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26"/>
  </p:notesMasterIdLst>
  <p:sldIdLst>
    <p:sldId id="256" r:id="rId3"/>
    <p:sldId id="258" r:id="rId4"/>
    <p:sldId id="259" r:id="rId5"/>
    <p:sldId id="260" r:id="rId6"/>
    <p:sldId id="297" r:id="rId7"/>
    <p:sldId id="299" r:id="rId8"/>
    <p:sldId id="301" r:id="rId9"/>
    <p:sldId id="298" r:id="rId10"/>
    <p:sldId id="300" r:id="rId11"/>
    <p:sldId id="302" r:id="rId12"/>
    <p:sldId id="303" r:id="rId13"/>
    <p:sldId id="305" r:id="rId14"/>
    <p:sldId id="306" r:id="rId15"/>
    <p:sldId id="308" r:id="rId16"/>
    <p:sldId id="315" r:id="rId17"/>
    <p:sldId id="279" r:id="rId18"/>
    <p:sldId id="311" r:id="rId19"/>
    <p:sldId id="312" r:id="rId20"/>
    <p:sldId id="313" r:id="rId21"/>
    <p:sldId id="314" r:id="rId22"/>
    <p:sldId id="309" r:id="rId23"/>
    <p:sldId id="316" r:id="rId24"/>
    <p:sldId id="274" r:id="rId25"/>
  </p:sldIdLst>
  <p:sldSz cx="9144000" cy="5143500" type="screen16x9"/>
  <p:notesSz cx="6858000" cy="9144000"/>
  <p:embeddedFontLst>
    <p:embeddedFont>
      <p:font typeface="Fjalla One" panose="02000506040000020004" pitchFamily="2" charset="0"/>
      <p:regular r:id="rId27"/>
    </p:embeddedFont>
    <p:embeddedFont>
      <p:font typeface="Lexend Deca" pitchFamily="2" charset="0"/>
      <p:regular r:id="rId28"/>
      <p:bold r:id="rId29"/>
    </p:embeddedFont>
    <p:embeddedFont>
      <p:font typeface="Nunito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711C"/>
    <a:srgbClr val="FFFFC9"/>
    <a:srgbClr val="D7F2CB"/>
    <a:srgbClr val="479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C7BFC-A18A-4781-A667-E808FB33D4AC}" v="1154" dt="2026-03-03T00:16:34.973"/>
  </p1510:revLst>
</p1510:revInfo>
</file>

<file path=ppt/tableStyles.xml><?xml version="1.0" encoding="utf-8"?>
<a:tblStyleLst xmlns:a="http://schemas.openxmlformats.org/drawingml/2006/main" def="{97A7DD46-049B-4192-8203-FF64D03947BB}">
  <a:tblStyle styleId="{97A7DD46-049B-4192-8203-FF64D03947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0" autoAdjust="0"/>
    <p:restoredTop sz="90288" autoAdjust="0"/>
  </p:normalViewPr>
  <p:slideViewPr>
    <p:cSldViewPr snapToGrid="0">
      <p:cViewPr varScale="1">
        <p:scale>
          <a:sx n="133" d="100"/>
          <a:sy n="133" d="100"/>
        </p:scale>
        <p:origin x="10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LILLO GARCÍA" userId="0d3015df-96a3-45b4-9caa-dceca3e4f515" providerId="ADAL" clId="{983CFBF0-021C-4D4B-8C99-0FFC1FF2AFDB}"/>
    <pc:docChg chg="undo redo custSel addSld delSld modSld sldOrd addMainMaster delMainMaster modMainMaster">
      <pc:chgData name="ALBERTO LILLO GARCÍA" userId="0d3015df-96a3-45b4-9caa-dceca3e4f515" providerId="ADAL" clId="{983CFBF0-021C-4D4B-8C99-0FFC1FF2AFDB}" dt="2026-03-03T00:26:19.045" v="2736" actId="14100"/>
      <pc:docMkLst>
        <pc:docMk/>
      </pc:docMkLst>
      <pc:sldChg chg="addSp modSp mod">
        <pc:chgData name="ALBERTO LILLO GARCÍA" userId="0d3015df-96a3-45b4-9caa-dceca3e4f515" providerId="ADAL" clId="{983CFBF0-021C-4D4B-8C99-0FFC1FF2AFDB}" dt="2026-03-03T00:04:27.640" v="2558" actId="207"/>
        <pc:sldMkLst>
          <pc:docMk/>
          <pc:sldMk cId="0" sldId="256"/>
        </pc:sldMkLst>
        <pc:spChg chg="add mod">
          <ac:chgData name="ALBERTO LILLO GARCÍA" userId="0d3015df-96a3-45b4-9caa-dceca3e4f515" providerId="ADAL" clId="{983CFBF0-021C-4D4B-8C99-0FFC1FF2AFDB}" dt="2026-03-03T00:04:27.640" v="2558" actId="207"/>
          <ac:spMkLst>
            <pc:docMk/>
            <pc:sldMk cId="0" sldId="256"/>
            <ac:spMk id="2" creationId="{2A84516E-5C14-74BF-E755-98F8D54F5282}"/>
          </ac:spMkLst>
        </pc:spChg>
        <pc:spChg chg="mod">
          <ac:chgData name="ALBERTO LILLO GARCÍA" userId="0d3015df-96a3-45b4-9caa-dceca3e4f515" providerId="ADAL" clId="{983CFBF0-021C-4D4B-8C99-0FFC1FF2AFDB}" dt="2026-03-02T21:21:58.628" v="1617" actId="1076"/>
          <ac:spMkLst>
            <pc:docMk/>
            <pc:sldMk cId="0" sldId="256"/>
            <ac:spMk id="3661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1:22:15.578" v="1620" actId="1076"/>
          <ac:spMkLst>
            <pc:docMk/>
            <pc:sldMk cId="0" sldId="256"/>
            <ac:spMk id="3662" creationId="{00000000-0000-0000-0000-000000000000}"/>
          </ac:spMkLst>
        </pc:spChg>
        <pc:grpChg chg="mod">
          <ac:chgData name="ALBERTO LILLO GARCÍA" userId="0d3015df-96a3-45b4-9caa-dceca3e4f515" providerId="ADAL" clId="{983CFBF0-021C-4D4B-8C99-0FFC1FF2AFDB}" dt="2026-03-02T21:21:52.128" v="1616" actId="1076"/>
          <ac:grpSpMkLst>
            <pc:docMk/>
            <pc:sldMk cId="0" sldId="256"/>
            <ac:grpSpMk id="3663" creationId="{00000000-0000-0000-0000-000000000000}"/>
          </ac:grpSpMkLst>
        </pc:grpChg>
        <pc:grpChg chg="mod">
          <ac:chgData name="ALBERTO LILLO GARCÍA" userId="0d3015df-96a3-45b4-9caa-dceca3e4f515" providerId="ADAL" clId="{983CFBF0-021C-4D4B-8C99-0FFC1FF2AFDB}" dt="2026-03-02T21:21:49.265" v="1615" actId="1076"/>
          <ac:grpSpMkLst>
            <pc:docMk/>
            <pc:sldMk cId="0" sldId="256"/>
            <ac:grpSpMk id="3709" creationId="{00000000-0000-0000-0000-000000000000}"/>
          </ac:grpSpMkLst>
        </pc:grpChg>
      </pc:sldChg>
      <pc:sldChg chg="del">
        <pc:chgData name="ALBERTO LILLO GARCÍA" userId="0d3015df-96a3-45b4-9caa-dceca3e4f515" providerId="ADAL" clId="{983CFBF0-021C-4D4B-8C99-0FFC1FF2AFDB}" dt="2026-03-02T17:25:56.108" v="387" actId="47"/>
        <pc:sldMkLst>
          <pc:docMk/>
          <pc:sldMk cId="0" sldId="257"/>
        </pc:sldMkLst>
      </pc:sldChg>
      <pc:sldChg chg="addSp modSp mod">
        <pc:chgData name="ALBERTO LILLO GARCÍA" userId="0d3015df-96a3-45b4-9caa-dceca3e4f515" providerId="ADAL" clId="{983CFBF0-021C-4D4B-8C99-0FFC1FF2AFDB}" dt="2026-03-03T00:04:39.142" v="2561" actId="20577"/>
        <pc:sldMkLst>
          <pc:docMk/>
          <pc:sldMk cId="0" sldId="258"/>
        </pc:sldMkLst>
        <pc:spChg chg="add mod">
          <ac:chgData name="ALBERTO LILLO GARCÍA" userId="0d3015df-96a3-45b4-9caa-dceca3e4f515" providerId="ADAL" clId="{983CFBF0-021C-4D4B-8C99-0FFC1FF2AFDB}" dt="2026-03-02T23:53:38.128" v="2514" actId="20577"/>
          <ac:spMkLst>
            <pc:docMk/>
            <pc:sldMk cId="0" sldId="258"/>
            <ac:spMk id="2" creationId="{3C3FBA41-54A2-C9D6-0EB2-30C8132F0516}"/>
          </ac:spMkLst>
        </pc:spChg>
        <pc:spChg chg="add mod">
          <ac:chgData name="ALBERTO LILLO GARCÍA" userId="0d3015df-96a3-45b4-9caa-dceca3e4f515" providerId="ADAL" clId="{983CFBF0-021C-4D4B-8C99-0FFC1FF2AFDB}" dt="2026-03-02T23:52:35.421" v="2506" actId="20577"/>
          <ac:spMkLst>
            <pc:docMk/>
            <pc:sldMk cId="0" sldId="258"/>
            <ac:spMk id="3" creationId="{8497D4FA-CF60-A8F8-3682-015734A7FDA7}"/>
          </ac:spMkLst>
        </pc:spChg>
        <pc:spChg chg="add mod">
          <ac:chgData name="ALBERTO LILLO GARCÍA" userId="0d3015df-96a3-45b4-9caa-dceca3e4f515" providerId="ADAL" clId="{983CFBF0-021C-4D4B-8C99-0FFC1FF2AFDB}" dt="2026-03-02T23:51:39.947" v="2457" actId="20577"/>
          <ac:spMkLst>
            <pc:docMk/>
            <pc:sldMk cId="0" sldId="258"/>
            <ac:spMk id="4" creationId="{8638E304-9A1D-AEE5-152D-DB460F39325D}"/>
          </ac:spMkLst>
        </pc:spChg>
        <pc:spChg chg="add mod">
          <ac:chgData name="ALBERTO LILLO GARCÍA" userId="0d3015df-96a3-45b4-9caa-dceca3e4f515" providerId="ADAL" clId="{983CFBF0-021C-4D4B-8C99-0FFC1FF2AFDB}" dt="2026-03-03T00:04:39.142" v="2561" actId="20577"/>
          <ac:spMkLst>
            <pc:docMk/>
            <pc:sldMk cId="0" sldId="258"/>
            <ac:spMk id="5" creationId="{00A0975F-E16C-695B-6F5E-A93966E42EAA}"/>
          </ac:spMkLst>
        </pc:spChg>
        <pc:spChg chg="mod">
          <ac:chgData name="ALBERTO LILLO GARCÍA" userId="0d3015df-96a3-45b4-9caa-dceca3e4f515" providerId="ADAL" clId="{983CFBF0-021C-4D4B-8C99-0FFC1FF2AFDB}" dt="2026-03-02T19:11:47.439" v="953"/>
          <ac:spMkLst>
            <pc:docMk/>
            <pc:sldMk cId="0" sldId="258"/>
            <ac:spMk id="372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8"/>
            <ac:spMk id="3723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8"/>
            <ac:spMk id="3724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8"/>
            <ac:spMk id="372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8"/>
            <ac:spMk id="3726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8"/>
            <ac:spMk id="3727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1:16.476" v="2450" actId="1076"/>
          <ac:spMkLst>
            <pc:docMk/>
            <pc:sldMk cId="0" sldId="258"/>
            <ac:spMk id="372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1:16.476" v="2450" actId="1076"/>
          <ac:spMkLst>
            <pc:docMk/>
            <pc:sldMk cId="0" sldId="258"/>
            <ac:spMk id="3729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2:38.251" v="2507" actId="20577"/>
          <ac:spMkLst>
            <pc:docMk/>
            <pc:sldMk cId="0" sldId="258"/>
            <ac:spMk id="3730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1:29.502" v="2453" actId="1076"/>
          <ac:spMkLst>
            <pc:docMk/>
            <pc:sldMk cId="0" sldId="258"/>
            <ac:spMk id="3731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2:32.393" v="2505" actId="20577"/>
          <ac:spMkLst>
            <pc:docMk/>
            <pc:sldMk cId="0" sldId="258"/>
            <ac:spMk id="373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1:29.502" v="2453" actId="1076"/>
          <ac:spMkLst>
            <pc:docMk/>
            <pc:sldMk cId="0" sldId="258"/>
            <ac:spMk id="3733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8"/>
            <ac:spMk id="3734" creationId="{00000000-0000-0000-0000-000000000000}"/>
          </ac:spMkLst>
        </pc:spChg>
      </pc:sldChg>
      <pc:sldChg chg="addSp modSp mod">
        <pc:chgData name="ALBERTO LILLO GARCÍA" userId="0d3015df-96a3-45b4-9caa-dceca3e4f515" providerId="ADAL" clId="{983CFBF0-021C-4D4B-8C99-0FFC1FF2AFDB}" dt="2026-03-03T00:04:43.186" v="2564" actId="20577"/>
        <pc:sldMkLst>
          <pc:docMk/>
          <pc:sldMk cId="0" sldId="259"/>
        </pc:sldMkLst>
        <pc:spChg chg="add mod">
          <ac:chgData name="ALBERTO LILLO GARCÍA" userId="0d3015df-96a3-45b4-9caa-dceca3e4f515" providerId="ADAL" clId="{983CFBF0-021C-4D4B-8C99-0FFC1FF2AFDB}" dt="2026-03-03T00:04:43.186" v="2564" actId="20577"/>
          <ac:spMkLst>
            <pc:docMk/>
            <pc:sldMk cId="0" sldId="259"/>
            <ac:spMk id="2" creationId="{EEF86FFC-941B-A572-4C0E-3D366B5A2DBC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9"/>
            <ac:spMk id="3739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59"/>
            <ac:spMk id="3740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54:41.306" v="2544" actId="14100"/>
          <ac:spMkLst>
            <pc:docMk/>
            <pc:sldMk cId="0" sldId="259"/>
            <ac:spMk id="3741" creationId="{00000000-0000-0000-0000-000000000000}"/>
          </ac:spMkLst>
        </pc:spChg>
      </pc:sldChg>
      <pc:sldChg chg="addSp delSp modSp mod modAnim modNotesTx">
        <pc:chgData name="ALBERTO LILLO GARCÍA" userId="0d3015df-96a3-45b4-9caa-dceca3e4f515" providerId="ADAL" clId="{983CFBF0-021C-4D4B-8C99-0FFC1FF2AFDB}" dt="2026-03-03T00:04:48.368" v="2567" actId="20577"/>
        <pc:sldMkLst>
          <pc:docMk/>
          <pc:sldMk cId="0" sldId="260"/>
        </pc:sldMkLst>
        <pc:spChg chg="add mod">
          <ac:chgData name="ALBERTO LILLO GARCÍA" userId="0d3015df-96a3-45b4-9caa-dceca3e4f515" providerId="ADAL" clId="{983CFBF0-021C-4D4B-8C99-0FFC1FF2AFDB}" dt="2026-03-03T00:04:48.368" v="2567" actId="20577"/>
          <ac:spMkLst>
            <pc:docMk/>
            <pc:sldMk cId="0" sldId="260"/>
            <ac:spMk id="2" creationId="{938F0F0B-10C1-DD1D-3D41-F51CF12F6C8B}"/>
          </ac:spMkLst>
        </pc:spChg>
        <pc:spChg chg="add del mod">
          <ac:chgData name="ALBERTO LILLO GARCÍA" userId="0d3015df-96a3-45b4-9caa-dceca3e4f515" providerId="ADAL" clId="{983CFBF0-021C-4D4B-8C99-0FFC1FF2AFDB}" dt="2026-03-02T17:30:30.160" v="568" actId="478"/>
          <ac:spMkLst>
            <pc:docMk/>
            <pc:sldMk cId="0" sldId="260"/>
            <ac:spMk id="3" creationId="{43BC8DC4-AA7D-A76A-D83E-A25C944F0B3C}"/>
          </ac:spMkLst>
        </pc:spChg>
        <pc:spChg chg="add del">
          <ac:chgData name="ALBERTO LILLO GARCÍA" userId="0d3015df-96a3-45b4-9caa-dceca3e4f515" providerId="ADAL" clId="{983CFBF0-021C-4D4B-8C99-0FFC1FF2AFDB}" dt="2026-03-02T17:31:47.094" v="604" actId="22"/>
          <ac:spMkLst>
            <pc:docMk/>
            <pc:sldMk cId="0" sldId="260"/>
            <ac:spMk id="5" creationId="{60E653AF-0DBB-A7BE-2931-0782AEBAFA67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0"/>
            <ac:spMk id="3749" creationId="{00000000-0000-0000-0000-000000000000}"/>
          </ac:spMkLst>
        </pc:spChg>
        <pc:spChg chg="del mod">
          <ac:chgData name="ALBERTO LILLO GARCÍA" userId="0d3015df-96a3-45b4-9caa-dceca3e4f515" providerId="ADAL" clId="{983CFBF0-021C-4D4B-8C99-0FFC1FF2AFDB}" dt="2026-03-02T17:30:27.752" v="567" actId="478"/>
          <ac:spMkLst>
            <pc:docMk/>
            <pc:sldMk cId="0" sldId="260"/>
            <ac:spMk id="3750" creationId="{00000000-0000-0000-0000-000000000000}"/>
          </ac:spMkLst>
        </pc:spChg>
        <pc:picChg chg="add del mod">
          <ac:chgData name="ALBERTO LILLO GARCÍA" userId="0d3015df-96a3-45b4-9caa-dceca3e4f515" providerId="ADAL" clId="{983CFBF0-021C-4D4B-8C99-0FFC1FF2AFDB}" dt="2026-03-02T17:40:10.110" v="608" actId="478"/>
          <ac:picMkLst>
            <pc:docMk/>
            <pc:sldMk cId="0" sldId="260"/>
            <ac:picMk id="7" creationId="{9E047B90-27F8-A182-620B-27822E46A337}"/>
          </ac:picMkLst>
        </pc:picChg>
        <pc:picChg chg="add mod">
          <ac:chgData name="ALBERTO LILLO GARCÍA" userId="0d3015df-96a3-45b4-9caa-dceca3e4f515" providerId="ADAL" clId="{983CFBF0-021C-4D4B-8C99-0FFC1FF2AFDB}" dt="2026-03-02T17:44:34.081" v="635" actId="1076"/>
          <ac:picMkLst>
            <pc:docMk/>
            <pc:sldMk cId="0" sldId="260"/>
            <ac:picMk id="9" creationId="{E8049D92-41FB-FAF1-F793-3BFF34D3B5AD}"/>
          </ac:picMkLst>
        </pc:picChg>
        <pc:picChg chg="add del mod">
          <ac:chgData name="ALBERTO LILLO GARCÍA" userId="0d3015df-96a3-45b4-9caa-dceca3e4f515" providerId="ADAL" clId="{983CFBF0-021C-4D4B-8C99-0FFC1FF2AFDB}" dt="2026-03-02T17:43:43.119" v="619" actId="478"/>
          <ac:picMkLst>
            <pc:docMk/>
            <pc:sldMk cId="0" sldId="260"/>
            <ac:picMk id="11" creationId="{25623998-E3DE-3ED4-CA20-BDA16A5A2FEB}"/>
          </ac:picMkLst>
        </pc:picChg>
        <pc:picChg chg="add mod">
          <ac:chgData name="ALBERTO LILLO GARCÍA" userId="0d3015df-96a3-45b4-9caa-dceca3e4f515" providerId="ADAL" clId="{983CFBF0-021C-4D4B-8C99-0FFC1FF2AFDB}" dt="2026-03-02T17:44:37.900" v="638" actId="14100"/>
          <ac:picMkLst>
            <pc:docMk/>
            <pc:sldMk cId="0" sldId="260"/>
            <ac:picMk id="13" creationId="{7361451B-EF44-5AD5-DC1C-8B5FF7AF7244}"/>
          </ac:picMkLst>
        </pc:picChg>
        <pc:picChg chg="add mod">
          <ac:chgData name="ALBERTO LILLO GARCÍA" userId="0d3015df-96a3-45b4-9caa-dceca3e4f515" providerId="ADAL" clId="{983CFBF0-021C-4D4B-8C99-0FFC1FF2AFDB}" dt="2026-03-02T17:44:53.577" v="649" actId="1076"/>
          <ac:picMkLst>
            <pc:docMk/>
            <pc:sldMk cId="0" sldId="260"/>
            <ac:picMk id="15" creationId="{B943B35D-2ACE-4E2B-42F8-D20269EF4A24}"/>
          </ac:picMkLst>
        </pc:picChg>
        <pc:picChg chg="add mod">
          <ac:chgData name="ALBERTO LILLO GARCÍA" userId="0d3015df-96a3-45b4-9caa-dceca3e4f515" providerId="ADAL" clId="{983CFBF0-021C-4D4B-8C99-0FFC1FF2AFDB}" dt="2026-03-02T17:45:07.025" v="655" actId="1076"/>
          <ac:picMkLst>
            <pc:docMk/>
            <pc:sldMk cId="0" sldId="260"/>
            <ac:picMk id="17" creationId="{1A5EFFDB-A331-0078-A118-C926FECEB0CC}"/>
          </ac:picMkLst>
        </pc:picChg>
        <pc:picChg chg="add mod">
          <ac:chgData name="ALBERTO LILLO GARCÍA" userId="0d3015df-96a3-45b4-9caa-dceca3e4f515" providerId="ADAL" clId="{983CFBF0-021C-4D4B-8C99-0FFC1FF2AFDB}" dt="2026-03-02T17:45:03.892" v="654" actId="1076"/>
          <ac:picMkLst>
            <pc:docMk/>
            <pc:sldMk cId="0" sldId="260"/>
            <ac:picMk id="19" creationId="{723F358F-CFA4-F579-902B-D30A556922C2}"/>
          </ac:picMkLst>
        </pc:picChg>
      </pc:sldChg>
      <pc:sldChg chg="addSp delSp modSp del mod ord">
        <pc:chgData name="ALBERTO LILLO GARCÍA" userId="0d3015df-96a3-45b4-9caa-dceca3e4f515" providerId="ADAL" clId="{983CFBF0-021C-4D4B-8C99-0FFC1FF2AFDB}" dt="2026-03-03T00:12:39.337" v="2670" actId="47"/>
        <pc:sldMkLst>
          <pc:docMk/>
          <pc:sldMk cId="0" sldId="261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1"/>
            <ac:spMk id="375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1"/>
            <ac:spMk id="3756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1"/>
            <ac:spMk id="3757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1"/>
            <ac:spMk id="375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1"/>
            <ac:spMk id="3759" creationId="{00000000-0000-0000-0000-000000000000}"/>
          </ac:spMkLst>
        </pc:spChg>
        <pc:picChg chg="add del">
          <ac:chgData name="ALBERTO LILLO GARCÍA" userId="0d3015df-96a3-45b4-9caa-dceca3e4f515" providerId="ADAL" clId="{983CFBF0-021C-4D4B-8C99-0FFC1FF2AFDB}" dt="2026-03-02T21:43:43.862" v="1950" actId="478"/>
          <ac:picMkLst>
            <pc:docMk/>
            <pc:sldMk cId="0" sldId="261"/>
            <ac:picMk id="3" creationId="{F1EC7FC0-2B6A-9404-DAEF-7B7E4B34734F}"/>
          </ac:picMkLst>
        </pc:picChg>
      </pc:sldChg>
      <pc:sldChg chg="modSp del ord">
        <pc:chgData name="ALBERTO LILLO GARCÍA" userId="0d3015df-96a3-45b4-9caa-dceca3e4f515" providerId="ADAL" clId="{983CFBF0-021C-4D4B-8C99-0FFC1FF2AFDB}" dt="2026-03-03T00:12:38.980" v="2669" actId="47"/>
        <pc:sldMkLst>
          <pc:docMk/>
          <pc:sldMk cId="0" sldId="262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0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1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3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4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6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7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2"/>
            <ac:spMk id="3829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8.548" v="2668" actId="47"/>
        <pc:sldMkLst>
          <pc:docMk/>
          <pc:sldMk cId="0" sldId="263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34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2.700" v="2359"/>
          <ac:spMkLst>
            <pc:docMk/>
            <pc:sldMk cId="0" sldId="263"/>
            <ac:spMk id="383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36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19:11:47.439" v="953"/>
          <ac:spMkLst>
            <pc:docMk/>
            <pc:sldMk cId="0" sldId="263"/>
            <ac:spMk id="3837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3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39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40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41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4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43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19:11:47.439" v="953"/>
          <ac:spMkLst>
            <pc:docMk/>
            <pc:sldMk cId="0" sldId="263"/>
            <ac:spMk id="3844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4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3"/>
            <ac:spMk id="3846" creationId="{00000000-0000-0000-0000-000000000000}"/>
          </ac:spMkLst>
        </pc:spChg>
      </pc:sldChg>
      <pc:sldChg chg="modSp del mod">
        <pc:chgData name="ALBERTO LILLO GARCÍA" userId="0d3015df-96a3-45b4-9caa-dceca3e4f515" providerId="ADAL" clId="{983CFBF0-021C-4D4B-8C99-0FFC1FF2AFDB}" dt="2026-03-03T00:12:38.239" v="2667" actId="47"/>
        <pc:sldMkLst>
          <pc:docMk/>
          <pc:sldMk cId="0" sldId="264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4"/>
            <ac:spMk id="3851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4"/>
            <ac:spMk id="385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4"/>
            <ac:spMk id="3853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4"/>
            <ac:spMk id="3854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4"/>
            <ac:spMk id="3855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4"/>
            <ac:spMk id="3856" creationId="{00000000-0000-0000-0000-000000000000}"/>
          </ac:spMkLst>
        </pc:spChg>
        <pc:grpChg chg="mod">
          <ac:chgData name="ALBERTO LILLO GARCÍA" userId="0d3015df-96a3-45b4-9caa-dceca3e4f515" providerId="ADAL" clId="{983CFBF0-021C-4D4B-8C99-0FFC1FF2AFDB}" dt="2026-03-02T21:53:37.970" v="2159" actId="14100"/>
          <ac:grpSpMkLst>
            <pc:docMk/>
            <pc:sldMk cId="0" sldId="264"/>
            <ac:grpSpMk id="3857" creationId="{00000000-0000-0000-0000-000000000000}"/>
          </ac:grpSpMkLst>
        </pc:grpChg>
      </pc:sldChg>
      <pc:sldChg chg="modSp del">
        <pc:chgData name="ALBERTO LILLO GARCÍA" userId="0d3015df-96a3-45b4-9caa-dceca3e4f515" providerId="ADAL" clId="{983CFBF0-021C-4D4B-8C99-0FFC1FF2AFDB}" dt="2026-03-03T00:12:37.023" v="2666" actId="47"/>
        <pc:sldMkLst>
          <pc:docMk/>
          <pc:sldMk cId="0" sldId="265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5"/>
            <ac:spMk id="389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5"/>
            <ac:spMk id="3899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6.398" v="2665" actId="47"/>
        <pc:sldMkLst>
          <pc:docMk/>
          <pc:sldMk cId="0" sldId="266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6"/>
            <ac:spMk id="4093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5.002" v="2664" actId="47"/>
        <pc:sldMkLst>
          <pc:docMk/>
          <pc:sldMk cId="0" sldId="267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7"/>
            <ac:spMk id="409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7"/>
            <ac:spMk id="4099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4.091" v="2663" actId="47"/>
        <pc:sldMkLst>
          <pc:docMk/>
          <pc:sldMk cId="0" sldId="268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8"/>
            <ac:spMk id="4105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3.743" v="2662" actId="47"/>
        <pc:sldMkLst>
          <pc:docMk/>
          <pc:sldMk cId="0" sldId="269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69"/>
            <ac:spMk id="4187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3.412" v="2661" actId="47"/>
        <pc:sldMkLst>
          <pc:docMk/>
          <pc:sldMk cId="0" sldId="270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0"/>
            <ac:spMk id="4209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3.129" v="2660" actId="47"/>
        <pc:sldMkLst>
          <pc:docMk/>
          <pc:sldMk cId="0" sldId="271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1"/>
            <ac:spMk id="4294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2.842" v="2659" actId="47"/>
        <pc:sldMkLst>
          <pc:docMk/>
          <pc:sldMk cId="0" sldId="272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2"/>
            <ac:spMk id="4315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2.481" v="2658" actId="47"/>
        <pc:sldMkLst>
          <pc:docMk/>
          <pc:sldMk cId="0" sldId="273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3"/>
            <ac:spMk id="4352" creationId="{00000000-0000-0000-0000-000000000000}"/>
          </ac:spMkLst>
        </pc:spChg>
      </pc:sldChg>
      <pc:sldChg chg="addSp delSp modSp mod ord">
        <pc:chgData name="ALBERTO LILLO GARCÍA" userId="0d3015df-96a3-45b4-9caa-dceca3e4f515" providerId="ADAL" clId="{983CFBF0-021C-4D4B-8C99-0FFC1FF2AFDB}" dt="2026-03-03T00:12:26.074" v="2654"/>
        <pc:sldMkLst>
          <pc:docMk/>
          <pc:sldMk cId="0" sldId="274"/>
        </pc:sldMkLst>
        <pc:spChg chg="add del mod">
          <ac:chgData name="ALBERTO LILLO GARCÍA" userId="0d3015df-96a3-45b4-9caa-dceca3e4f515" providerId="ADAL" clId="{983CFBF0-021C-4D4B-8C99-0FFC1FF2AFDB}" dt="2026-03-02T23:34:11.024" v="2214" actId="21"/>
          <ac:spMkLst>
            <pc:docMk/>
            <pc:sldMk cId="0" sldId="274"/>
            <ac:spMk id="3" creationId="{9BF5FAA3-B0EE-117B-3234-B5D3A944CDFF}"/>
          </ac:spMkLst>
        </pc:spChg>
        <pc:spChg chg="add del mod">
          <ac:chgData name="ALBERTO LILLO GARCÍA" userId="0d3015df-96a3-45b4-9caa-dceca3e4f515" providerId="ADAL" clId="{983CFBF0-021C-4D4B-8C99-0FFC1FF2AFDB}" dt="2026-03-02T23:34:14.351" v="2216" actId="21"/>
          <ac:spMkLst>
            <pc:docMk/>
            <pc:sldMk cId="0" sldId="274"/>
            <ac:spMk id="5" creationId="{FC17CD46-AA6A-1E3B-5525-6BDEC05D1B8D}"/>
          </ac:spMkLst>
        </pc:spChg>
        <pc:spChg chg="add mod">
          <ac:chgData name="ALBERTO LILLO GARCÍA" userId="0d3015df-96a3-45b4-9caa-dceca3e4f515" providerId="ADAL" clId="{983CFBF0-021C-4D4B-8C99-0FFC1FF2AFDB}" dt="2026-03-02T23:34:20.990" v="2218"/>
          <ac:spMkLst>
            <pc:docMk/>
            <pc:sldMk cId="0" sldId="274"/>
            <ac:spMk id="6" creationId="{533620C6-A2B3-A671-9D2B-90EEBB07DD32}"/>
          </ac:spMkLst>
        </pc:spChg>
        <pc:spChg chg="add del mod">
          <ac:chgData name="ALBERTO LILLO GARCÍA" userId="0d3015df-96a3-45b4-9caa-dceca3e4f515" providerId="ADAL" clId="{983CFBF0-021C-4D4B-8C99-0FFC1FF2AFDB}" dt="2026-03-02T23:35:20.594" v="2252" actId="478"/>
          <ac:spMkLst>
            <pc:docMk/>
            <pc:sldMk cId="0" sldId="274"/>
            <ac:spMk id="9" creationId="{349917B4-3D22-C54E-E297-A837CF608CDC}"/>
          </ac:spMkLst>
        </pc:spChg>
        <pc:spChg chg="del mod">
          <ac:chgData name="ALBERTO LILLO GARCÍA" userId="0d3015df-96a3-45b4-9caa-dceca3e4f515" providerId="ADAL" clId="{983CFBF0-021C-4D4B-8C99-0FFC1FF2AFDB}" dt="2026-03-02T23:34:12.880" v="2215" actId="21"/>
          <ac:spMkLst>
            <pc:docMk/>
            <pc:sldMk cId="0" sldId="274"/>
            <ac:spMk id="4362" creationId="{00000000-0000-0000-0000-000000000000}"/>
          </ac:spMkLst>
        </pc:spChg>
        <pc:spChg chg="del mod">
          <ac:chgData name="ALBERTO LILLO GARCÍA" userId="0d3015df-96a3-45b4-9caa-dceca3e4f515" providerId="ADAL" clId="{983CFBF0-021C-4D4B-8C99-0FFC1FF2AFDB}" dt="2026-03-02T23:34:09.122" v="2213" actId="21"/>
          <ac:spMkLst>
            <pc:docMk/>
            <pc:sldMk cId="0" sldId="274"/>
            <ac:spMk id="4363" creationId="{00000000-0000-0000-0000-000000000000}"/>
          </ac:spMkLst>
        </pc:spChg>
        <pc:grpChg chg="mod">
          <ac:chgData name="ALBERTO LILLO GARCÍA" userId="0d3015df-96a3-45b4-9caa-dceca3e4f515" providerId="ADAL" clId="{983CFBF0-021C-4D4B-8C99-0FFC1FF2AFDB}" dt="2026-03-02T23:36:18.938" v="2268" actId="1076"/>
          <ac:grpSpMkLst>
            <pc:docMk/>
            <pc:sldMk cId="0" sldId="274"/>
            <ac:grpSpMk id="4358" creationId="{00000000-0000-0000-0000-000000000000}"/>
          </ac:grpSpMkLst>
        </pc:grpChg>
        <pc:picChg chg="add">
          <ac:chgData name="ALBERTO LILLO GARCÍA" userId="0d3015df-96a3-45b4-9caa-dceca3e4f515" providerId="ADAL" clId="{983CFBF0-021C-4D4B-8C99-0FFC1FF2AFDB}" dt="2026-03-02T23:34:31.286" v="2220"/>
          <ac:picMkLst>
            <pc:docMk/>
            <pc:sldMk cId="0" sldId="274"/>
            <ac:picMk id="7" creationId="{371557DF-C41E-7D69-4B8D-70AD38CA7353}"/>
          </ac:picMkLst>
        </pc:picChg>
        <pc:picChg chg="add mod modCrop">
          <ac:chgData name="ALBERTO LILLO GARCÍA" userId="0d3015df-96a3-45b4-9caa-dceca3e4f515" providerId="ADAL" clId="{983CFBF0-021C-4D4B-8C99-0FFC1FF2AFDB}" dt="2026-03-02T23:36:10.363" v="2266" actId="1076"/>
          <ac:picMkLst>
            <pc:docMk/>
            <pc:sldMk cId="0" sldId="274"/>
            <ac:picMk id="11" creationId="{6E401C5B-DD29-713D-FB8B-956EFF1767F4}"/>
          </ac:picMkLst>
        </pc:picChg>
        <pc:picChg chg="mod">
          <ac:chgData name="ALBERTO LILLO GARCÍA" userId="0d3015df-96a3-45b4-9caa-dceca3e4f515" providerId="ADAL" clId="{983CFBF0-021C-4D4B-8C99-0FFC1FF2AFDB}" dt="2026-03-02T23:36:18.938" v="2268" actId="1076"/>
          <ac:picMkLst>
            <pc:docMk/>
            <pc:sldMk cId="0" sldId="274"/>
            <ac:picMk id="4364" creationId="{00000000-0000-0000-0000-000000000000}"/>
          </ac:picMkLst>
        </pc:picChg>
      </pc:sldChg>
      <pc:sldChg chg="modSp del mod">
        <pc:chgData name="ALBERTO LILLO GARCÍA" userId="0d3015df-96a3-45b4-9caa-dceca3e4f515" providerId="ADAL" clId="{983CFBF0-021C-4D4B-8C99-0FFC1FF2AFDB}" dt="2026-03-02T23:36:22.261" v="2269" actId="47"/>
        <pc:sldMkLst>
          <pc:docMk/>
          <pc:sldMk cId="0" sldId="275"/>
        </pc:sldMkLst>
        <pc:spChg chg="mod">
          <ac:chgData name="ALBERTO LILLO GARCÍA" userId="0d3015df-96a3-45b4-9caa-dceca3e4f515" providerId="ADAL" clId="{983CFBF0-021C-4D4B-8C99-0FFC1FF2AFDB}" dt="2026-03-02T23:34:49.348" v="2241"/>
          <ac:spMkLst>
            <pc:docMk/>
            <pc:sldMk cId="0" sldId="275"/>
            <ac:spMk id="437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19:11:47.439" v="953"/>
          <ac:spMkLst>
            <pc:docMk/>
            <pc:sldMk cId="0" sldId="275"/>
            <ac:spMk id="4373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2T23:36:26.431" v="2270" actId="47"/>
        <pc:sldMkLst>
          <pc:docMk/>
          <pc:sldMk cId="0" sldId="276"/>
        </pc:sldMkLst>
        <pc:spChg chg="mod">
          <ac:chgData name="ALBERTO LILLO GARCÍA" userId="0d3015df-96a3-45b4-9caa-dceca3e4f515" providerId="ADAL" clId="{983CFBF0-021C-4D4B-8C99-0FFC1FF2AFDB}" dt="2026-03-02T19:11:47.439" v="953"/>
          <ac:spMkLst>
            <pc:docMk/>
            <pc:sldMk cId="0" sldId="276"/>
            <ac:spMk id="4389" creationId="{00000000-0000-0000-0000-000000000000}"/>
          </ac:spMkLst>
        </pc:spChg>
      </pc:sldChg>
      <pc:sldChg chg="modSp del">
        <pc:chgData name="ALBERTO LILLO GARCÍA" userId="0d3015df-96a3-45b4-9caa-dceca3e4f515" providerId="ADAL" clId="{983CFBF0-021C-4D4B-8C99-0FFC1FF2AFDB}" dt="2026-03-03T00:12:32.151" v="2657" actId="47"/>
        <pc:sldMkLst>
          <pc:docMk/>
          <pc:sldMk cId="0" sldId="277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7"/>
            <ac:spMk id="4632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7"/>
            <ac:spMk id="4633" creationId="{00000000-0000-0000-0000-000000000000}"/>
          </ac:spMkLst>
        </pc:spChg>
      </pc:sldChg>
      <pc:sldChg chg="modSp add del">
        <pc:chgData name="ALBERTO LILLO GARCÍA" userId="0d3015df-96a3-45b4-9caa-dceca3e4f515" providerId="ADAL" clId="{983CFBF0-021C-4D4B-8C99-0FFC1FF2AFDB}" dt="2026-03-03T00:12:31.592" v="2656" actId="47"/>
        <pc:sldMkLst>
          <pc:docMk/>
          <pc:sldMk cId="0" sldId="278"/>
        </pc:sldMkLst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8"/>
            <ac:spMk id="4858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8"/>
            <ac:spMk id="4859" creationId="{00000000-0000-0000-0000-000000000000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0" sldId="278"/>
            <ac:spMk id="4860" creationId="{00000000-0000-0000-0000-000000000000}"/>
          </ac:spMkLst>
        </pc:spChg>
      </pc:sldChg>
      <pc:sldChg chg="addSp delSp modSp add del mod ord setBg">
        <pc:chgData name="ALBERTO LILLO GARCÍA" userId="0d3015df-96a3-45b4-9caa-dceca3e4f515" providerId="ADAL" clId="{983CFBF0-021C-4D4B-8C99-0FFC1FF2AFDB}" dt="2026-03-03T00:07:27.705" v="2623" actId="207"/>
        <pc:sldMkLst>
          <pc:docMk/>
          <pc:sldMk cId="0" sldId="279"/>
        </pc:sldMkLst>
        <pc:spChg chg="add del mod">
          <ac:chgData name="ALBERTO LILLO GARCÍA" userId="0d3015df-96a3-45b4-9caa-dceca3e4f515" providerId="ADAL" clId="{983CFBF0-021C-4D4B-8C99-0FFC1FF2AFDB}" dt="2026-03-02T23:40:52.763" v="2341" actId="478"/>
          <ac:spMkLst>
            <pc:docMk/>
            <pc:sldMk cId="0" sldId="279"/>
            <ac:spMk id="3" creationId="{A71A7671-4882-BC36-7E3F-E8168A94061A}"/>
          </ac:spMkLst>
        </pc:spChg>
        <pc:spChg chg="add mod">
          <ac:chgData name="ALBERTO LILLO GARCÍA" userId="0d3015df-96a3-45b4-9caa-dceca3e4f515" providerId="ADAL" clId="{983CFBF0-021C-4D4B-8C99-0FFC1FF2AFDB}" dt="2026-03-03T00:06:51.307" v="2613"/>
          <ac:spMkLst>
            <pc:docMk/>
            <pc:sldMk cId="0" sldId="279"/>
            <ac:spMk id="7" creationId="{9F88B335-F67B-C9DE-F6B4-581B156A5529}"/>
          </ac:spMkLst>
        </pc:spChg>
        <pc:spChg chg="add mod">
          <ac:chgData name="ALBERTO LILLO GARCÍA" userId="0d3015df-96a3-45b4-9caa-dceca3e4f515" providerId="ADAL" clId="{983CFBF0-021C-4D4B-8C99-0FFC1FF2AFDB}" dt="2026-03-03T00:07:27.705" v="2623" actId="207"/>
          <ac:spMkLst>
            <pc:docMk/>
            <pc:sldMk cId="0" sldId="279"/>
            <ac:spMk id="8" creationId="{CF60D23D-F086-CA88-2BC7-68263752F48A}"/>
          </ac:spMkLst>
        </pc:spChg>
        <pc:spChg chg="add del">
          <ac:chgData name="ALBERTO LILLO GARCÍA" userId="0d3015df-96a3-45b4-9caa-dceca3e4f515" providerId="ADAL" clId="{983CFBF0-021C-4D4B-8C99-0FFC1FF2AFDB}" dt="2026-03-02T23:40:50.727" v="2340" actId="478"/>
          <ac:spMkLst>
            <pc:docMk/>
            <pc:sldMk cId="0" sldId="279"/>
            <ac:spMk id="4865" creationId="{00000000-0000-0000-0000-000000000000}"/>
          </ac:spMkLst>
        </pc:spChg>
        <pc:spChg chg="del">
          <ac:chgData name="ALBERTO LILLO GARCÍA" userId="0d3015df-96a3-45b4-9caa-dceca3e4f515" providerId="ADAL" clId="{983CFBF0-021C-4D4B-8C99-0FFC1FF2AFDB}" dt="2026-03-02T23:40:50.727" v="2340" actId="478"/>
          <ac:spMkLst>
            <pc:docMk/>
            <pc:sldMk cId="0" sldId="279"/>
            <ac:spMk id="4866" creationId="{00000000-0000-0000-0000-000000000000}"/>
          </ac:spMkLst>
        </pc:spChg>
        <pc:spChg chg="del">
          <ac:chgData name="ALBERTO LILLO GARCÍA" userId="0d3015df-96a3-45b4-9caa-dceca3e4f515" providerId="ADAL" clId="{983CFBF0-021C-4D4B-8C99-0FFC1FF2AFDB}" dt="2026-03-02T23:40:50.727" v="2340" actId="478"/>
          <ac:spMkLst>
            <pc:docMk/>
            <pc:sldMk cId="0" sldId="279"/>
            <ac:spMk id="4867" creationId="{00000000-0000-0000-0000-000000000000}"/>
          </ac:spMkLst>
        </pc:spChg>
        <pc:picChg chg="add mod">
          <ac:chgData name="ALBERTO LILLO GARCÍA" userId="0d3015df-96a3-45b4-9caa-dceca3e4f515" providerId="ADAL" clId="{983CFBF0-021C-4D4B-8C99-0FFC1FF2AFDB}" dt="2026-03-02T23:44:18.541" v="2364" actId="1076"/>
          <ac:picMkLst>
            <pc:docMk/>
            <pc:sldMk cId="0" sldId="279"/>
            <ac:picMk id="5" creationId="{AB391C80-23D4-22B1-6FFC-6246D7109142}"/>
          </ac:picMkLst>
        </pc:picChg>
        <pc:picChg chg="add mod">
          <ac:chgData name="ALBERTO LILLO GARCÍA" userId="0d3015df-96a3-45b4-9caa-dceca3e4f515" providerId="ADAL" clId="{983CFBF0-021C-4D4B-8C99-0FFC1FF2AFDB}" dt="2026-03-02T23:44:25.924" v="2365"/>
          <ac:picMkLst>
            <pc:docMk/>
            <pc:sldMk cId="0" sldId="279"/>
            <ac:picMk id="6" creationId="{25C9F27A-BBA6-919C-E72D-D8BE76105BBD}"/>
          </ac:picMkLst>
        </pc:picChg>
      </pc:sldChg>
      <pc:sldChg chg="add del">
        <pc:chgData name="ALBERTO LILLO GARCÍA" userId="0d3015df-96a3-45b4-9caa-dceca3e4f515" providerId="ADAL" clId="{983CFBF0-021C-4D4B-8C99-0FFC1FF2AFDB}" dt="2026-03-02T23:40:45.703" v="2339" actId="47"/>
        <pc:sldMkLst>
          <pc:docMk/>
          <pc:sldMk cId="0" sldId="280"/>
        </pc:sldMkLst>
      </pc:sldChg>
      <pc:sldChg chg="add del">
        <pc:chgData name="ALBERTO LILLO GARCÍA" userId="0d3015df-96a3-45b4-9caa-dceca3e4f515" providerId="ADAL" clId="{983CFBF0-021C-4D4B-8C99-0FFC1FF2AFDB}" dt="2026-03-02T23:40:45.071" v="2338" actId="47"/>
        <pc:sldMkLst>
          <pc:docMk/>
          <pc:sldMk cId="0" sldId="281"/>
        </pc:sldMkLst>
      </pc:sldChg>
      <pc:sldChg chg="add del">
        <pc:chgData name="ALBERTO LILLO GARCÍA" userId="0d3015df-96a3-45b4-9caa-dceca3e4f515" providerId="ADAL" clId="{983CFBF0-021C-4D4B-8C99-0FFC1FF2AFDB}" dt="2026-03-02T23:40:44.740" v="2337" actId="47"/>
        <pc:sldMkLst>
          <pc:docMk/>
          <pc:sldMk cId="0" sldId="282"/>
        </pc:sldMkLst>
      </pc:sldChg>
      <pc:sldChg chg="add del">
        <pc:chgData name="ALBERTO LILLO GARCÍA" userId="0d3015df-96a3-45b4-9caa-dceca3e4f515" providerId="ADAL" clId="{983CFBF0-021C-4D4B-8C99-0FFC1FF2AFDB}" dt="2026-03-02T23:40:37.828" v="2336" actId="47"/>
        <pc:sldMkLst>
          <pc:docMk/>
          <pc:sldMk cId="0" sldId="283"/>
        </pc:sldMkLst>
      </pc:sldChg>
      <pc:sldChg chg="add del">
        <pc:chgData name="ALBERTO LILLO GARCÍA" userId="0d3015df-96a3-45b4-9caa-dceca3e4f515" providerId="ADAL" clId="{983CFBF0-021C-4D4B-8C99-0FFC1FF2AFDB}" dt="2026-03-02T23:40:37.789" v="2335" actId="47"/>
        <pc:sldMkLst>
          <pc:docMk/>
          <pc:sldMk cId="0" sldId="284"/>
        </pc:sldMkLst>
      </pc:sldChg>
      <pc:sldChg chg="add del">
        <pc:chgData name="ALBERTO LILLO GARCÍA" userId="0d3015df-96a3-45b4-9caa-dceca3e4f515" providerId="ADAL" clId="{983CFBF0-021C-4D4B-8C99-0FFC1FF2AFDB}" dt="2026-03-02T23:40:37.449" v="2334" actId="47"/>
        <pc:sldMkLst>
          <pc:docMk/>
          <pc:sldMk cId="0" sldId="285"/>
        </pc:sldMkLst>
      </pc:sldChg>
      <pc:sldChg chg="add del">
        <pc:chgData name="ALBERTO LILLO GARCÍA" userId="0d3015df-96a3-45b4-9caa-dceca3e4f515" providerId="ADAL" clId="{983CFBF0-021C-4D4B-8C99-0FFC1FF2AFDB}" dt="2026-03-02T23:40:37.277" v="2333" actId="47"/>
        <pc:sldMkLst>
          <pc:docMk/>
          <pc:sldMk cId="0" sldId="286"/>
        </pc:sldMkLst>
      </pc:sldChg>
      <pc:sldChg chg="add del">
        <pc:chgData name="ALBERTO LILLO GARCÍA" userId="0d3015df-96a3-45b4-9caa-dceca3e4f515" providerId="ADAL" clId="{983CFBF0-021C-4D4B-8C99-0FFC1FF2AFDB}" dt="2026-03-02T23:40:37.111" v="2332" actId="47"/>
        <pc:sldMkLst>
          <pc:docMk/>
          <pc:sldMk cId="0" sldId="287"/>
        </pc:sldMkLst>
      </pc:sldChg>
      <pc:sldChg chg="add del">
        <pc:chgData name="ALBERTO LILLO GARCÍA" userId="0d3015df-96a3-45b4-9caa-dceca3e4f515" providerId="ADAL" clId="{983CFBF0-021C-4D4B-8C99-0FFC1FF2AFDB}" dt="2026-03-02T23:40:36.933" v="2331" actId="47"/>
        <pc:sldMkLst>
          <pc:docMk/>
          <pc:sldMk cId="0" sldId="288"/>
        </pc:sldMkLst>
      </pc:sldChg>
      <pc:sldChg chg="add del">
        <pc:chgData name="ALBERTO LILLO GARCÍA" userId="0d3015df-96a3-45b4-9caa-dceca3e4f515" providerId="ADAL" clId="{983CFBF0-021C-4D4B-8C99-0FFC1FF2AFDB}" dt="2026-03-02T23:40:36.760" v="2330" actId="47"/>
        <pc:sldMkLst>
          <pc:docMk/>
          <pc:sldMk cId="0" sldId="289"/>
        </pc:sldMkLst>
      </pc:sldChg>
      <pc:sldChg chg="add del">
        <pc:chgData name="ALBERTO LILLO GARCÍA" userId="0d3015df-96a3-45b4-9caa-dceca3e4f515" providerId="ADAL" clId="{983CFBF0-021C-4D4B-8C99-0FFC1FF2AFDB}" dt="2026-03-02T23:40:36.542" v="2329" actId="47"/>
        <pc:sldMkLst>
          <pc:docMk/>
          <pc:sldMk cId="0" sldId="290"/>
        </pc:sldMkLst>
      </pc:sldChg>
      <pc:sldChg chg="add del">
        <pc:chgData name="ALBERTO LILLO GARCÍA" userId="0d3015df-96a3-45b4-9caa-dceca3e4f515" providerId="ADAL" clId="{983CFBF0-021C-4D4B-8C99-0FFC1FF2AFDB}" dt="2026-03-02T23:40:36.366" v="2328" actId="47"/>
        <pc:sldMkLst>
          <pc:docMk/>
          <pc:sldMk cId="0" sldId="291"/>
        </pc:sldMkLst>
      </pc:sldChg>
      <pc:sldChg chg="add del">
        <pc:chgData name="ALBERTO LILLO GARCÍA" userId="0d3015df-96a3-45b4-9caa-dceca3e4f515" providerId="ADAL" clId="{983CFBF0-021C-4D4B-8C99-0FFC1FF2AFDB}" dt="2026-03-02T23:40:36.195" v="2327" actId="47"/>
        <pc:sldMkLst>
          <pc:docMk/>
          <pc:sldMk cId="0" sldId="292"/>
        </pc:sldMkLst>
      </pc:sldChg>
      <pc:sldChg chg="add del">
        <pc:chgData name="ALBERTO LILLO GARCÍA" userId="0d3015df-96a3-45b4-9caa-dceca3e4f515" providerId="ADAL" clId="{983CFBF0-021C-4D4B-8C99-0FFC1FF2AFDB}" dt="2026-03-02T23:40:36.021" v="2326" actId="47"/>
        <pc:sldMkLst>
          <pc:docMk/>
          <pc:sldMk cId="0" sldId="293"/>
        </pc:sldMkLst>
      </pc:sldChg>
      <pc:sldChg chg="add del">
        <pc:chgData name="ALBERTO LILLO GARCÍA" userId="0d3015df-96a3-45b4-9caa-dceca3e4f515" providerId="ADAL" clId="{983CFBF0-021C-4D4B-8C99-0FFC1FF2AFDB}" dt="2026-03-02T23:40:35.775" v="2325" actId="47"/>
        <pc:sldMkLst>
          <pc:docMk/>
          <pc:sldMk cId="0" sldId="294"/>
        </pc:sldMkLst>
      </pc:sldChg>
      <pc:sldChg chg="del">
        <pc:chgData name="ALBERTO LILLO GARCÍA" userId="0d3015df-96a3-45b4-9caa-dceca3e4f515" providerId="ADAL" clId="{983CFBF0-021C-4D4B-8C99-0FFC1FF2AFDB}" dt="2026-03-02T23:36:32.089" v="2272" actId="47"/>
        <pc:sldMkLst>
          <pc:docMk/>
          <pc:sldMk cId="0" sldId="295"/>
        </pc:sldMkLst>
      </pc:sldChg>
      <pc:sldChg chg="del">
        <pc:chgData name="ALBERTO LILLO GARCÍA" userId="0d3015df-96a3-45b4-9caa-dceca3e4f515" providerId="ADAL" clId="{983CFBF0-021C-4D4B-8C99-0FFC1FF2AFDB}" dt="2026-03-02T23:36:31.612" v="2271" actId="47"/>
        <pc:sldMkLst>
          <pc:docMk/>
          <pc:sldMk cId="0" sldId="296"/>
        </pc:sldMkLst>
      </pc:sldChg>
      <pc:sldChg chg="addSp delSp modSp add mod ord modAnim modNotesTx">
        <pc:chgData name="ALBERTO LILLO GARCÍA" userId="0d3015df-96a3-45b4-9caa-dceca3e4f515" providerId="ADAL" clId="{983CFBF0-021C-4D4B-8C99-0FFC1FF2AFDB}" dt="2026-03-03T00:05:10.496" v="2572" actId="1076"/>
        <pc:sldMkLst>
          <pc:docMk/>
          <pc:sldMk cId="2862284293" sldId="297"/>
        </pc:sldMkLst>
        <pc:spChg chg="add mod">
          <ac:chgData name="ALBERTO LILLO GARCÍA" userId="0d3015df-96a3-45b4-9caa-dceca3e4f515" providerId="ADAL" clId="{983CFBF0-021C-4D4B-8C99-0FFC1FF2AFDB}" dt="2026-03-03T00:05:10.496" v="2572" actId="1076"/>
          <ac:spMkLst>
            <pc:docMk/>
            <pc:sldMk cId="2862284293" sldId="297"/>
            <ac:spMk id="2" creationId="{AB53F421-C8BF-FF10-E2E6-EF882D549BA7}"/>
          </ac:spMkLst>
        </pc:spChg>
        <pc:spChg chg="add del mod">
          <ac:chgData name="ALBERTO LILLO GARCÍA" userId="0d3015df-96a3-45b4-9caa-dceca3e4f515" providerId="ADAL" clId="{983CFBF0-021C-4D4B-8C99-0FFC1FF2AFDB}" dt="2026-03-02T18:03:49.039" v="674" actId="478"/>
          <ac:spMkLst>
            <pc:docMk/>
            <pc:sldMk cId="2862284293" sldId="297"/>
            <ac:spMk id="4" creationId="{1E628133-CDE7-E852-DEA8-72CBD84C44F9}"/>
          </ac:spMkLst>
        </pc:spChg>
        <pc:spChg chg="add del mod">
          <ac:chgData name="ALBERTO LILLO GARCÍA" userId="0d3015df-96a3-45b4-9caa-dceca3e4f515" providerId="ADAL" clId="{983CFBF0-021C-4D4B-8C99-0FFC1FF2AFDB}" dt="2026-03-02T18:03:49.039" v="674" actId="478"/>
          <ac:spMkLst>
            <pc:docMk/>
            <pc:sldMk cId="2862284293" sldId="297"/>
            <ac:spMk id="6" creationId="{CFE84F3A-5E64-9C59-AFA0-7D32F9A41F19}"/>
          </ac:spMkLst>
        </pc:spChg>
        <pc:spChg chg="add del mod">
          <ac:chgData name="ALBERTO LILLO GARCÍA" userId="0d3015df-96a3-45b4-9caa-dceca3e4f515" providerId="ADAL" clId="{983CFBF0-021C-4D4B-8C99-0FFC1FF2AFDB}" dt="2026-03-02T18:03:49.039" v="674" actId="478"/>
          <ac:spMkLst>
            <pc:docMk/>
            <pc:sldMk cId="2862284293" sldId="297"/>
            <ac:spMk id="8" creationId="{01DDA558-BCC0-7CE3-63B5-684E47DB0657}"/>
          </ac:spMkLst>
        </pc:spChg>
        <pc:spChg chg="add del mod">
          <ac:chgData name="ALBERTO LILLO GARCÍA" userId="0d3015df-96a3-45b4-9caa-dceca3e4f515" providerId="ADAL" clId="{983CFBF0-021C-4D4B-8C99-0FFC1FF2AFDB}" dt="2026-03-02T18:03:49.039" v="674" actId="478"/>
          <ac:spMkLst>
            <pc:docMk/>
            <pc:sldMk cId="2862284293" sldId="297"/>
            <ac:spMk id="10" creationId="{F20E1D92-0328-FC19-B8F2-9A20BA642627}"/>
          </ac:spMkLst>
        </pc:spChg>
        <pc:spChg chg="add mod">
          <ac:chgData name="ALBERTO LILLO GARCÍA" userId="0d3015df-96a3-45b4-9caa-dceca3e4f515" providerId="ADAL" clId="{983CFBF0-021C-4D4B-8C99-0FFC1FF2AFDB}" dt="2026-03-02T21:23:11.500" v="1623" actId="1076"/>
          <ac:spMkLst>
            <pc:docMk/>
            <pc:sldMk cId="2862284293" sldId="297"/>
            <ac:spMk id="15" creationId="{CF1C5D99-5EE7-2FA0-C9B6-5B98CF6641B1}"/>
          </ac:spMkLst>
        </pc:spChg>
        <pc:spChg chg="add mod">
          <ac:chgData name="ALBERTO LILLO GARCÍA" userId="0d3015df-96a3-45b4-9caa-dceca3e4f515" providerId="ADAL" clId="{983CFBF0-021C-4D4B-8C99-0FFC1FF2AFDB}" dt="2026-03-02T21:23:11.500" v="1623" actId="1076"/>
          <ac:spMkLst>
            <pc:docMk/>
            <pc:sldMk cId="2862284293" sldId="297"/>
            <ac:spMk id="16" creationId="{B81D42EF-FB35-4DCE-EB95-BF79DDDC3779}"/>
          </ac:spMkLst>
        </pc:spChg>
        <pc:spChg chg="mod">
          <ac:chgData name="ALBERTO LILLO GARCÍA" userId="0d3015df-96a3-45b4-9caa-dceca3e4f515" providerId="ADAL" clId="{983CFBF0-021C-4D4B-8C99-0FFC1FF2AFDB}" dt="2026-03-02T17:55:26.346" v="672" actId="113"/>
          <ac:spMkLst>
            <pc:docMk/>
            <pc:sldMk cId="2862284293" sldId="297"/>
            <ac:spMk id="3755" creationId="{755CEECF-1BBD-A1D4-4987-934B44FF7C0B}"/>
          </ac:spMkLst>
        </pc:spChg>
        <pc:spChg chg="del mod">
          <ac:chgData name="ALBERTO LILLO GARCÍA" userId="0d3015df-96a3-45b4-9caa-dceca3e4f515" providerId="ADAL" clId="{983CFBF0-021C-4D4B-8C99-0FFC1FF2AFDB}" dt="2026-03-02T18:03:46.686" v="673" actId="478"/>
          <ac:spMkLst>
            <pc:docMk/>
            <pc:sldMk cId="2862284293" sldId="297"/>
            <ac:spMk id="3756" creationId="{1CFCE891-496E-3AD5-3AC5-E4F6DE514B91}"/>
          </ac:spMkLst>
        </pc:spChg>
        <pc:spChg chg="del mod">
          <ac:chgData name="ALBERTO LILLO GARCÍA" userId="0d3015df-96a3-45b4-9caa-dceca3e4f515" providerId="ADAL" clId="{983CFBF0-021C-4D4B-8C99-0FFC1FF2AFDB}" dt="2026-03-02T18:03:46.686" v="673" actId="478"/>
          <ac:spMkLst>
            <pc:docMk/>
            <pc:sldMk cId="2862284293" sldId="297"/>
            <ac:spMk id="3757" creationId="{48B4DA07-71A1-C248-2D5D-8CC25F35D392}"/>
          </ac:spMkLst>
        </pc:spChg>
        <pc:spChg chg="del mod">
          <ac:chgData name="ALBERTO LILLO GARCÍA" userId="0d3015df-96a3-45b4-9caa-dceca3e4f515" providerId="ADAL" clId="{983CFBF0-021C-4D4B-8C99-0FFC1FF2AFDB}" dt="2026-03-02T18:03:46.686" v="673" actId="478"/>
          <ac:spMkLst>
            <pc:docMk/>
            <pc:sldMk cId="2862284293" sldId="297"/>
            <ac:spMk id="3758" creationId="{6AC9E2A9-C439-A3E6-D6E1-227A2FE7973D}"/>
          </ac:spMkLst>
        </pc:spChg>
        <pc:spChg chg="del mod">
          <ac:chgData name="ALBERTO LILLO GARCÍA" userId="0d3015df-96a3-45b4-9caa-dceca3e4f515" providerId="ADAL" clId="{983CFBF0-021C-4D4B-8C99-0FFC1FF2AFDB}" dt="2026-03-02T18:03:46.686" v="673" actId="478"/>
          <ac:spMkLst>
            <pc:docMk/>
            <pc:sldMk cId="2862284293" sldId="297"/>
            <ac:spMk id="3759" creationId="{A418DC8C-7ADB-D525-0D35-A6AF4D376217}"/>
          </ac:spMkLst>
        </pc:spChg>
        <pc:spChg chg="mod">
          <ac:chgData name="ALBERTO LILLO GARCÍA" userId="0d3015df-96a3-45b4-9caa-dceca3e4f515" providerId="ADAL" clId="{983CFBF0-021C-4D4B-8C99-0FFC1FF2AFDB}" dt="2026-03-02T21:23:11.500" v="1623" actId="1076"/>
          <ac:spMkLst>
            <pc:docMk/>
            <pc:sldMk cId="2862284293" sldId="297"/>
            <ac:spMk id="3760" creationId="{A5FEF273-50E2-0C84-ACBD-EE65F0DD0553}"/>
          </ac:spMkLst>
        </pc:spChg>
        <pc:spChg chg="mod">
          <ac:chgData name="ALBERTO LILLO GARCÍA" userId="0d3015df-96a3-45b4-9caa-dceca3e4f515" providerId="ADAL" clId="{983CFBF0-021C-4D4B-8C99-0FFC1FF2AFDB}" dt="2026-03-02T21:23:11.500" v="1623" actId="1076"/>
          <ac:spMkLst>
            <pc:docMk/>
            <pc:sldMk cId="2862284293" sldId="297"/>
            <ac:spMk id="3761" creationId="{9526AEE8-102D-DC03-1AC7-4FF6426B671C}"/>
          </ac:spMkLst>
        </pc:spChg>
        <pc:grpChg chg="mod">
          <ac:chgData name="ALBERTO LILLO GARCÍA" userId="0d3015df-96a3-45b4-9caa-dceca3e4f515" providerId="ADAL" clId="{983CFBF0-021C-4D4B-8C99-0FFC1FF2AFDB}" dt="2026-03-02T21:23:11.500" v="1623" actId="1076"/>
          <ac:grpSpMkLst>
            <pc:docMk/>
            <pc:sldMk cId="2862284293" sldId="297"/>
            <ac:grpSpMk id="3762" creationId="{7A4E56B7-62A9-18DA-FE72-03A09839E4F8}"/>
          </ac:grpSpMkLst>
        </pc:grpChg>
        <pc:grpChg chg="mod">
          <ac:chgData name="ALBERTO LILLO GARCÍA" userId="0d3015df-96a3-45b4-9caa-dceca3e4f515" providerId="ADAL" clId="{983CFBF0-021C-4D4B-8C99-0FFC1FF2AFDB}" dt="2026-03-02T21:23:11.500" v="1623" actId="1076"/>
          <ac:grpSpMkLst>
            <pc:docMk/>
            <pc:sldMk cId="2862284293" sldId="297"/>
            <ac:grpSpMk id="3765" creationId="{624C31DB-25EE-3C07-1A52-A923C312B115}"/>
          </ac:grpSpMkLst>
        </pc:grpChg>
        <pc:grpChg chg="mod">
          <ac:chgData name="ALBERTO LILLO GARCÍA" userId="0d3015df-96a3-45b4-9caa-dceca3e4f515" providerId="ADAL" clId="{983CFBF0-021C-4D4B-8C99-0FFC1FF2AFDB}" dt="2026-03-02T21:23:02.975" v="1622" actId="1076"/>
          <ac:grpSpMkLst>
            <pc:docMk/>
            <pc:sldMk cId="2862284293" sldId="297"/>
            <ac:grpSpMk id="3769" creationId="{DA3A9141-3D3F-CF14-F20C-54ACB7758293}"/>
          </ac:grpSpMkLst>
        </pc:grpChg>
        <pc:graphicFrameChg chg="add mod">
          <ac:chgData name="ALBERTO LILLO GARCÍA" userId="0d3015df-96a3-45b4-9caa-dceca3e4f515" providerId="ADAL" clId="{983CFBF0-021C-4D4B-8C99-0FFC1FF2AFDB}" dt="2026-03-02T17:45:37.640" v="660"/>
          <ac:graphicFrameMkLst>
            <pc:docMk/>
            <pc:sldMk cId="2862284293" sldId="297"/>
            <ac:graphicFrameMk id="2" creationId="{20AD6E8F-2D4A-04E7-245F-2F40ABB81F35}"/>
          </ac:graphicFrameMkLst>
        </pc:graphicFrameChg>
        <pc:picChg chg="add del mod">
          <ac:chgData name="ALBERTO LILLO GARCÍA" userId="0d3015df-96a3-45b4-9caa-dceca3e4f515" providerId="ADAL" clId="{983CFBF0-021C-4D4B-8C99-0FFC1FF2AFDB}" dt="2026-03-02T18:04:01.372" v="681" actId="478"/>
          <ac:picMkLst>
            <pc:docMk/>
            <pc:sldMk cId="2862284293" sldId="297"/>
            <ac:picMk id="12" creationId="{6AE6E79A-DCFA-5AE2-B986-BAAF3E7E9CE5}"/>
          </ac:picMkLst>
        </pc:picChg>
        <pc:picChg chg="add mod">
          <ac:chgData name="ALBERTO LILLO GARCÍA" userId="0d3015df-96a3-45b4-9caa-dceca3e4f515" providerId="ADAL" clId="{983CFBF0-021C-4D4B-8C99-0FFC1FF2AFDB}" dt="2026-03-02T21:23:15.966" v="1624" actId="1076"/>
          <ac:picMkLst>
            <pc:docMk/>
            <pc:sldMk cId="2862284293" sldId="297"/>
            <ac:picMk id="14" creationId="{43CD3609-966C-6D34-8503-1C53966E4078}"/>
          </ac:picMkLst>
        </pc:picChg>
      </pc:sldChg>
      <pc:sldChg chg="addSp delSp modSp add mod ord setBg modAnim">
        <pc:chgData name="ALBERTO LILLO GARCÍA" userId="0d3015df-96a3-45b4-9caa-dceca3e4f515" providerId="ADAL" clId="{983CFBF0-021C-4D4B-8C99-0FFC1FF2AFDB}" dt="2026-03-03T00:05:43.698" v="2582" actId="1076"/>
        <pc:sldMkLst>
          <pc:docMk/>
          <pc:sldMk cId="424219206" sldId="298"/>
        </pc:sldMkLst>
        <pc:spChg chg="add mod">
          <ac:chgData name="ALBERTO LILLO GARCÍA" userId="0d3015df-96a3-45b4-9caa-dceca3e4f515" providerId="ADAL" clId="{983CFBF0-021C-4D4B-8C99-0FFC1FF2AFDB}" dt="2026-03-03T00:05:43.698" v="2582" actId="1076"/>
          <ac:spMkLst>
            <pc:docMk/>
            <pc:sldMk cId="424219206" sldId="298"/>
            <ac:spMk id="2" creationId="{2E96AF8B-91A0-1DE6-5017-A6DAB523DABC}"/>
          </ac:spMkLst>
        </pc:spChg>
        <pc:spChg chg="add del mod">
          <ac:chgData name="ALBERTO LILLO GARCÍA" userId="0d3015df-96a3-45b4-9caa-dceca3e4f515" providerId="ADAL" clId="{983CFBF0-021C-4D4B-8C99-0FFC1FF2AFDB}" dt="2026-03-02T19:11:05.290" v="949" actId="478"/>
          <ac:spMkLst>
            <pc:docMk/>
            <pc:sldMk cId="424219206" sldId="298"/>
            <ac:spMk id="5" creationId="{A0722FC7-1689-577E-7C27-E78DF54B604B}"/>
          </ac:spMkLst>
        </pc:spChg>
        <pc:spChg chg="add mod">
          <ac:chgData name="ALBERTO LILLO GARCÍA" userId="0d3015df-96a3-45b4-9caa-dceca3e4f515" providerId="ADAL" clId="{983CFBF0-021C-4D4B-8C99-0FFC1FF2AFDB}" dt="2026-03-02T20:33:58.307" v="1083" actId="14100"/>
          <ac:spMkLst>
            <pc:docMk/>
            <pc:sldMk cId="424219206" sldId="298"/>
            <ac:spMk id="8" creationId="{292CAEB6-B7EF-D12D-03BC-8CE495C51ED9}"/>
          </ac:spMkLst>
        </pc:spChg>
        <pc:spChg chg="add del mod">
          <ac:chgData name="ALBERTO LILLO GARCÍA" userId="0d3015df-96a3-45b4-9caa-dceca3e4f515" providerId="ADAL" clId="{983CFBF0-021C-4D4B-8C99-0FFC1FF2AFDB}" dt="2026-03-02T19:14:43.765" v="979" actId="478"/>
          <ac:spMkLst>
            <pc:docMk/>
            <pc:sldMk cId="424219206" sldId="298"/>
            <ac:spMk id="9" creationId="{C5550094-13E9-39A4-BFE6-E99263589274}"/>
          </ac:spMkLst>
        </pc:spChg>
        <pc:spChg chg="del mod">
          <ac:chgData name="ALBERTO LILLO GARCÍA" userId="0d3015df-96a3-45b4-9caa-dceca3e4f515" providerId="ADAL" clId="{983CFBF0-021C-4D4B-8C99-0FFC1FF2AFDB}" dt="2026-03-02T19:11:02.563" v="948" actId="478"/>
          <ac:spMkLst>
            <pc:docMk/>
            <pc:sldMk cId="424219206" sldId="298"/>
            <ac:spMk id="3749" creationId="{DFF03B30-D7FB-4F46-F3D4-523969520941}"/>
          </ac:spMkLst>
        </pc:spChg>
        <pc:picChg chg="add del mod">
          <ac:chgData name="ALBERTO LILLO GARCÍA" userId="0d3015df-96a3-45b4-9caa-dceca3e4f515" providerId="ADAL" clId="{983CFBF0-021C-4D4B-8C99-0FFC1FF2AFDB}" dt="2026-03-02T18:27:16.188" v="826" actId="478"/>
          <ac:picMkLst>
            <pc:docMk/>
            <pc:sldMk cId="424219206" sldId="298"/>
            <ac:picMk id="3" creationId="{D7857754-94FC-C353-D1A3-3FBEDD327797}"/>
          </ac:picMkLst>
        </pc:picChg>
        <pc:picChg chg="add mod ord">
          <ac:chgData name="ALBERTO LILLO GARCÍA" userId="0d3015df-96a3-45b4-9caa-dceca3e4f515" providerId="ADAL" clId="{983CFBF0-021C-4D4B-8C99-0FFC1FF2AFDB}" dt="2026-03-02T23:39:56.416" v="2303" actId="1076"/>
          <ac:picMkLst>
            <pc:docMk/>
            <pc:sldMk cId="424219206" sldId="298"/>
            <ac:picMk id="7" creationId="{474A34AE-ECA6-4FFA-67BA-25EB1556462F}"/>
          </ac:picMkLst>
        </pc:picChg>
      </pc:sldChg>
      <pc:sldChg chg="addSp modSp add mod">
        <pc:chgData name="ALBERTO LILLO GARCÍA" userId="0d3015df-96a3-45b4-9caa-dceca3e4f515" providerId="ADAL" clId="{983CFBF0-021C-4D4B-8C99-0FFC1FF2AFDB}" dt="2026-03-03T00:05:24.757" v="2575" actId="20577"/>
        <pc:sldMkLst>
          <pc:docMk/>
          <pc:sldMk cId="2612472299" sldId="299"/>
        </pc:sldMkLst>
        <pc:spChg chg="add mod">
          <ac:chgData name="ALBERTO LILLO GARCÍA" userId="0d3015df-96a3-45b4-9caa-dceca3e4f515" providerId="ADAL" clId="{983CFBF0-021C-4D4B-8C99-0FFC1FF2AFDB}" dt="2026-03-03T00:05:24.757" v="2575" actId="20577"/>
          <ac:spMkLst>
            <pc:docMk/>
            <pc:sldMk cId="2612472299" sldId="299"/>
            <ac:spMk id="2" creationId="{363654FB-C6D6-A03C-DA82-B2A0D8AE4A18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2612472299" sldId="299"/>
            <ac:spMk id="3739" creationId="{53ECE116-1414-F4CB-12DB-9626591F5852}"/>
          </ac:spMkLst>
        </pc:spChg>
        <pc:spChg chg="mod">
          <ac:chgData name="ALBERTO LILLO GARCÍA" userId="0d3015df-96a3-45b4-9caa-dceca3e4f515" providerId="ADAL" clId="{983CFBF0-021C-4D4B-8C99-0FFC1FF2AFDB}" dt="2026-03-02T18:16:08.536" v="746" actId="14100"/>
          <ac:spMkLst>
            <pc:docMk/>
            <pc:sldMk cId="2612472299" sldId="299"/>
            <ac:spMk id="3740" creationId="{252F4215-F7F0-2752-E0C7-5F377A083CF3}"/>
          </ac:spMkLst>
        </pc:spChg>
        <pc:spChg chg="mod">
          <ac:chgData name="ALBERTO LILLO GARCÍA" userId="0d3015df-96a3-45b4-9caa-dceca3e4f515" providerId="ADAL" clId="{983CFBF0-021C-4D4B-8C99-0FFC1FF2AFDB}" dt="2026-03-02T23:54:35.555" v="2543" actId="14100"/>
          <ac:spMkLst>
            <pc:docMk/>
            <pc:sldMk cId="2612472299" sldId="299"/>
            <ac:spMk id="3741" creationId="{C27ACE96-E131-5A94-9599-58FA51D1838A}"/>
          </ac:spMkLst>
        </pc:spChg>
        <pc:grpChg chg="mod">
          <ac:chgData name="ALBERTO LILLO GARCÍA" userId="0d3015df-96a3-45b4-9caa-dceca3e4f515" providerId="ADAL" clId="{983CFBF0-021C-4D4B-8C99-0FFC1FF2AFDB}" dt="2026-03-02T21:39:43.003" v="1944" actId="1076"/>
          <ac:grpSpMkLst>
            <pc:docMk/>
            <pc:sldMk cId="2612472299" sldId="299"/>
            <ac:grpSpMk id="3742" creationId="{AB5406C2-84BC-1E65-C42F-191A2E0BE9D1}"/>
          </ac:grpSpMkLst>
        </pc:grpChg>
      </pc:sldChg>
      <pc:sldChg chg="addSp modSp add mod modAnim modNotesTx">
        <pc:chgData name="ALBERTO LILLO GARCÍA" userId="0d3015df-96a3-45b4-9caa-dceca3e4f515" providerId="ADAL" clId="{983CFBF0-021C-4D4B-8C99-0FFC1FF2AFDB}" dt="2026-03-03T00:05:47.939" v="2585" actId="20577"/>
        <pc:sldMkLst>
          <pc:docMk/>
          <pc:sldMk cId="2207940113" sldId="300"/>
        </pc:sldMkLst>
        <pc:spChg chg="add mod">
          <ac:chgData name="ALBERTO LILLO GARCÍA" userId="0d3015df-96a3-45b4-9caa-dceca3e4f515" providerId="ADAL" clId="{983CFBF0-021C-4D4B-8C99-0FFC1FF2AFDB}" dt="2026-03-02T20:53:35.419" v="1158" actId="1076"/>
          <ac:spMkLst>
            <pc:docMk/>
            <pc:sldMk cId="2207940113" sldId="300"/>
            <ac:spMk id="9" creationId="{AD706721-7801-8447-3001-CDBB97F57C76}"/>
          </ac:spMkLst>
        </pc:spChg>
        <pc:spChg chg="add mod">
          <ac:chgData name="ALBERTO LILLO GARCÍA" userId="0d3015df-96a3-45b4-9caa-dceca3e4f515" providerId="ADAL" clId="{983CFBF0-021C-4D4B-8C99-0FFC1FF2AFDB}" dt="2026-03-03T00:05:47.939" v="2585" actId="20577"/>
          <ac:spMkLst>
            <pc:docMk/>
            <pc:sldMk cId="2207940113" sldId="300"/>
            <ac:spMk id="14" creationId="{824679D5-AB82-60AA-3E83-89F80525058A}"/>
          </ac:spMkLst>
        </pc:spChg>
        <pc:spChg chg="mod">
          <ac:chgData name="ALBERTO LILLO GARCÍA" userId="0d3015df-96a3-45b4-9caa-dceca3e4f515" providerId="ADAL" clId="{983CFBF0-021C-4D4B-8C99-0FFC1FF2AFDB}" dt="2026-03-02T20:53:29.755" v="1155" actId="1076"/>
          <ac:spMkLst>
            <pc:docMk/>
            <pc:sldMk cId="2207940113" sldId="300"/>
            <ac:spMk id="3749" creationId="{C146E842-AB82-4ED7-F748-65816B8AF2FE}"/>
          </ac:spMkLst>
        </pc:spChg>
        <pc:picChg chg="add mod">
          <ac:chgData name="ALBERTO LILLO GARCÍA" userId="0d3015df-96a3-45b4-9caa-dceca3e4f515" providerId="ADAL" clId="{983CFBF0-021C-4D4B-8C99-0FFC1FF2AFDB}" dt="2026-03-02T20:53:31.508" v="1156" actId="1076"/>
          <ac:picMkLst>
            <pc:docMk/>
            <pc:sldMk cId="2207940113" sldId="300"/>
            <ac:picMk id="3" creationId="{4CF95A4F-C267-AA28-8731-95B2286DD381}"/>
          </ac:picMkLst>
        </pc:picChg>
        <pc:picChg chg="add mod">
          <ac:chgData name="ALBERTO LILLO GARCÍA" userId="0d3015df-96a3-45b4-9caa-dceca3e4f515" providerId="ADAL" clId="{983CFBF0-021C-4D4B-8C99-0FFC1FF2AFDB}" dt="2026-03-02T20:53:33.032" v="1157" actId="1076"/>
          <ac:picMkLst>
            <pc:docMk/>
            <pc:sldMk cId="2207940113" sldId="300"/>
            <ac:picMk id="7" creationId="{319BBA67-E6FA-3307-3FA9-9C4397FECB6E}"/>
          </ac:picMkLst>
        </pc:picChg>
        <pc:picChg chg="add mod">
          <ac:chgData name="ALBERTO LILLO GARCÍA" userId="0d3015df-96a3-45b4-9caa-dceca3e4f515" providerId="ADAL" clId="{983CFBF0-021C-4D4B-8C99-0FFC1FF2AFDB}" dt="2026-03-02T20:58:10.241" v="1333" actId="1076"/>
          <ac:picMkLst>
            <pc:docMk/>
            <pc:sldMk cId="2207940113" sldId="300"/>
            <ac:picMk id="11" creationId="{D8B0E626-5EB6-D7FF-A191-5473A6572551}"/>
          </ac:picMkLst>
        </pc:picChg>
        <pc:picChg chg="add mod">
          <ac:chgData name="ALBERTO LILLO GARCÍA" userId="0d3015df-96a3-45b4-9caa-dceca3e4f515" providerId="ADAL" clId="{983CFBF0-021C-4D4B-8C99-0FFC1FF2AFDB}" dt="2026-03-02T20:58:19.977" v="1335" actId="1076"/>
          <ac:picMkLst>
            <pc:docMk/>
            <pc:sldMk cId="2207940113" sldId="300"/>
            <ac:picMk id="13" creationId="{98B0B624-27D9-2A0A-A899-8C38DBB18E7C}"/>
          </ac:picMkLst>
        </pc:picChg>
      </pc:sldChg>
      <pc:sldChg chg="addSp delSp modSp add mod modAnim">
        <pc:chgData name="ALBERTO LILLO GARCÍA" userId="0d3015df-96a3-45b4-9caa-dceca3e4f515" providerId="ADAL" clId="{983CFBF0-021C-4D4B-8C99-0FFC1FF2AFDB}" dt="2026-03-03T00:05:32.131" v="2578" actId="20577"/>
        <pc:sldMkLst>
          <pc:docMk/>
          <pc:sldMk cId="1015174532" sldId="301"/>
        </pc:sldMkLst>
        <pc:spChg chg="add del mod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3" creationId="{7FE001FB-AD1E-6B41-1E83-CD92A6BC4D40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4" creationId="{761738FB-A962-B215-E3F1-B5DF12A4E2AE}"/>
          </ac:spMkLst>
        </pc:spChg>
        <pc:spChg chg="add del mod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5" creationId="{D111590F-7DF8-722C-96DC-D481CC2ADFF1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6" creationId="{B1914DE0-6923-2B63-4F85-9B68413FD179}"/>
          </ac:spMkLst>
        </pc:spChg>
        <pc:spChg chg="add del mod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7" creationId="{4360B1D6-496D-9DDC-4592-D7B673E85041}"/>
          </ac:spMkLst>
        </pc:spChg>
        <pc:spChg chg="add del mod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9" creationId="{43401D36-78D0-EDF0-7946-11ECF4C1555C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10" creationId="{E4A044A6-291C-2160-0672-42EE946CE234}"/>
          </ac:spMkLst>
        </pc:spChg>
        <pc:spChg chg="add del mod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11" creationId="{BB23A4C0-CD00-42B4-117D-26F1CE960EC8}"/>
          </ac:spMkLst>
        </pc:spChg>
        <pc:spChg chg="del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13" creationId="{F4BFBEA6-2D91-086D-975D-E8320D1C2FC1}"/>
          </ac:spMkLst>
        </pc:spChg>
        <pc:spChg chg="add del mod">
          <ac:chgData name="ALBERTO LILLO GARCÍA" userId="0d3015df-96a3-45b4-9caa-dceca3e4f515" providerId="ADAL" clId="{983CFBF0-021C-4D4B-8C99-0FFC1FF2AFDB}" dt="2026-03-02T18:27:01.541" v="818" actId="478"/>
          <ac:spMkLst>
            <pc:docMk/>
            <pc:sldMk cId="1015174532" sldId="301"/>
            <ac:spMk id="15" creationId="{0ABF464A-873D-2A49-B741-303D2151D2F8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17" creationId="{2D7A5C49-6319-F58D-E874-87A0767DF8A0}"/>
          </ac:spMkLst>
        </pc:spChg>
        <pc:spChg chg="add del mod">
          <ac:chgData name="ALBERTO LILLO GARCÍA" userId="0d3015df-96a3-45b4-9caa-dceca3e4f515" providerId="ADAL" clId="{983CFBF0-021C-4D4B-8C99-0FFC1FF2AFDB}" dt="2026-03-02T18:27:06.859" v="822" actId="478"/>
          <ac:spMkLst>
            <pc:docMk/>
            <pc:sldMk cId="1015174532" sldId="301"/>
            <ac:spMk id="17" creationId="{96A4187C-9396-B710-3D1B-80367E734CC0}"/>
          </ac:spMkLst>
        </pc:spChg>
        <pc:spChg chg="add del mod">
          <ac:chgData name="ALBERTO LILLO GARCÍA" userId="0d3015df-96a3-45b4-9caa-dceca3e4f515" providerId="ADAL" clId="{983CFBF0-021C-4D4B-8C99-0FFC1FF2AFDB}" dt="2026-03-02T18:27:08.392" v="823" actId="478"/>
          <ac:spMkLst>
            <pc:docMk/>
            <pc:sldMk cId="1015174532" sldId="301"/>
            <ac:spMk id="19" creationId="{A21936A5-FEB4-A1E4-696F-FD5C4D55DF04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20" creationId="{15234BFA-9FF6-312D-F1D9-A4688E6E4569}"/>
          </ac:spMkLst>
        </pc:spChg>
        <pc:spChg chg="add mod">
          <ac:chgData name="ALBERTO LILLO GARCÍA" userId="0d3015df-96a3-45b4-9caa-dceca3e4f515" providerId="ADAL" clId="{983CFBF0-021C-4D4B-8C99-0FFC1FF2AFDB}" dt="2026-03-02T21:19:50.286" v="1572" actId="123"/>
          <ac:spMkLst>
            <pc:docMk/>
            <pc:sldMk cId="1015174532" sldId="301"/>
            <ac:spMk id="23" creationId="{E89F3EC4-7139-36DD-1048-27CF8D0D217D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24" creationId="{300CF90D-15A5-6C26-7CA3-0B70B71CC4F2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27" creationId="{79FBC327-E566-43DA-7726-536ABFA263B8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28" creationId="{B6B6B399-1A98-7331-21FE-5E163FCF1672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29" creationId="{95CDF58C-D23E-6AC6-D4C1-7BD0AC53707D}"/>
          </ac:spMkLst>
        </pc:spChg>
        <pc:spChg chg="mod">
          <ac:chgData name="ALBERTO LILLO GARCÍA" userId="0d3015df-96a3-45b4-9caa-dceca3e4f515" providerId="ADAL" clId="{983CFBF0-021C-4D4B-8C99-0FFC1FF2AFDB}" dt="2026-03-02T20:56:40.110" v="1316"/>
          <ac:spMkLst>
            <pc:docMk/>
            <pc:sldMk cId="1015174532" sldId="301"/>
            <ac:spMk id="31" creationId="{2F82A480-67E0-6B70-F4B9-80A3F744D28F}"/>
          </ac:spMkLst>
        </pc:spChg>
        <pc:spChg chg="add mod">
          <ac:chgData name="ALBERTO LILLO GARCÍA" userId="0d3015df-96a3-45b4-9caa-dceca3e4f515" providerId="ADAL" clId="{983CFBF0-021C-4D4B-8C99-0FFC1FF2AFDB}" dt="2026-03-03T00:05:32.131" v="2578" actId="20577"/>
          <ac:spMkLst>
            <pc:docMk/>
            <pc:sldMk cId="1015174532" sldId="301"/>
            <ac:spMk id="3812" creationId="{D6F6A20F-C021-6BD6-CF64-88A6895FAB1D}"/>
          </ac:spMkLst>
        </pc:spChg>
        <pc:spChg chg="mod">
          <ac:chgData name="ALBERTO LILLO GARCÍA" userId="0d3015df-96a3-45b4-9caa-dceca3e4f515" providerId="ADAL" clId="{983CFBF0-021C-4D4B-8C99-0FFC1FF2AFDB}" dt="2026-03-02T18:27:42.144" v="865" actId="1076"/>
          <ac:spMkLst>
            <pc:docMk/>
            <pc:sldMk cId="1015174532" sldId="301"/>
            <ac:spMk id="3820" creationId="{335DCF2F-545C-A9F5-7949-20C81B8A513B}"/>
          </ac:spMkLst>
        </pc:spChg>
        <pc:spChg chg="del">
          <ac:chgData name="ALBERTO LILLO GARCÍA" userId="0d3015df-96a3-45b4-9caa-dceca3e4f515" providerId="ADAL" clId="{983CFBF0-021C-4D4B-8C99-0FFC1FF2AFDB}" dt="2026-03-02T18:27:03.350" v="819" actId="478"/>
          <ac:spMkLst>
            <pc:docMk/>
            <pc:sldMk cId="1015174532" sldId="301"/>
            <ac:spMk id="3821" creationId="{7308B403-4E04-70ED-073F-583F46BC8DD3}"/>
          </ac:spMkLst>
        </pc:spChg>
        <pc:spChg chg="del">
          <ac:chgData name="ALBERTO LILLO GARCÍA" userId="0d3015df-96a3-45b4-9caa-dceca3e4f515" providerId="ADAL" clId="{983CFBF0-021C-4D4B-8C99-0FFC1FF2AFDB}" dt="2026-03-02T18:26:58.254" v="817" actId="478"/>
          <ac:spMkLst>
            <pc:docMk/>
            <pc:sldMk cId="1015174532" sldId="301"/>
            <ac:spMk id="3822" creationId="{ADBAE512-0828-3CAA-C66F-7B88C944C670}"/>
          </ac:spMkLst>
        </pc:spChg>
        <pc:spChg chg="del">
          <ac:chgData name="ALBERTO LILLO GARCÍA" userId="0d3015df-96a3-45b4-9caa-dceca3e4f515" providerId="ADAL" clId="{983CFBF0-021C-4D4B-8C99-0FFC1FF2AFDB}" dt="2026-03-02T18:26:58.254" v="817" actId="478"/>
          <ac:spMkLst>
            <pc:docMk/>
            <pc:sldMk cId="1015174532" sldId="301"/>
            <ac:spMk id="3823" creationId="{156D70D2-77E3-21ED-B305-6EFF405566B0}"/>
          </ac:spMkLst>
        </pc:spChg>
        <pc:spChg chg="del">
          <ac:chgData name="ALBERTO LILLO GARCÍA" userId="0d3015df-96a3-45b4-9caa-dceca3e4f515" providerId="ADAL" clId="{983CFBF0-021C-4D4B-8C99-0FFC1FF2AFDB}" dt="2026-03-02T18:26:58.254" v="817" actId="478"/>
          <ac:spMkLst>
            <pc:docMk/>
            <pc:sldMk cId="1015174532" sldId="301"/>
            <ac:spMk id="3824" creationId="{1927B22E-7587-7831-B635-37B4D55792A3}"/>
          </ac:spMkLst>
        </pc:spChg>
        <pc:spChg chg="del">
          <ac:chgData name="ALBERTO LILLO GARCÍA" userId="0d3015df-96a3-45b4-9caa-dceca3e4f515" providerId="ADAL" clId="{983CFBF0-021C-4D4B-8C99-0FFC1FF2AFDB}" dt="2026-03-02T18:26:58.254" v="817" actId="478"/>
          <ac:spMkLst>
            <pc:docMk/>
            <pc:sldMk cId="1015174532" sldId="301"/>
            <ac:spMk id="3825" creationId="{E6D98CD8-0987-9568-D4A3-CEFC607BAFE6}"/>
          </ac:spMkLst>
        </pc:spChg>
        <pc:spChg chg="del">
          <ac:chgData name="ALBERTO LILLO GARCÍA" userId="0d3015df-96a3-45b4-9caa-dceca3e4f515" providerId="ADAL" clId="{983CFBF0-021C-4D4B-8C99-0FFC1FF2AFDB}" dt="2026-03-02T18:27:03.350" v="819" actId="478"/>
          <ac:spMkLst>
            <pc:docMk/>
            <pc:sldMk cId="1015174532" sldId="301"/>
            <ac:spMk id="3826" creationId="{5D726557-A753-DF24-74C9-A0CE4C98C818}"/>
          </ac:spMkLst>
        </pc:spChg>
        <pc:grpChg chg="del mod">
          <ac:chgData name="ALBERTO LILLO GARCÍA" userId="0d3015df-96a3-45b4-9caa-dceca3e4f515" providerId="ADAL" clId="{983CFBF0-021C-4D4B-8C99-0FFC1FF2AFDB}" dt="2026-03-02T20:57:05.613" v="1319" actId="478"/>
          <ac:grpSpMkLst>
            <pc:docMk/>
            <pc:sldMk cId="1015174532" sldId="301"/>
            <ac:grpSpMk id="2" creationId="{77662C35-FDA7-994A-22B8-0C24CA738E2F}"/>
          </ac:grpSpMkLst>
        </pc:grpChg>
        <pc:picChg chg="add del mod modCrop">
          <ac:chgData name="ALBERTO LILLO GARCÍA" userId="0d3015df-96a3-45b4-9caa-dceca3e4f515" providerId="ADAL" clId="{983CFBF0-021C-4D4B-8C99-0FFC1FF2AFDB}" dt="2026-03-02T18:30:27.456" v="927" actId="478"/>
          <ac:picMkLst>
            <pc:docMk/>
            <pc:sldMk cId="1015174532" sldId="301"/>
            <ac:picMk id="21" creationId="{CE4C41EE-839F-6956-BA05-3817E555AB5B}"/>
          </ac:picMkLst>
        </pc:picChg>
        <pc:picChg chg="add mod modCrop">
          <ac:chgData name="ALBERTO LILLO GARCÍA" userId="0d3015df-96a3-45b4-9caa-dceca3e4f515" providerId="ADAL" clId="{983CFBF0-021C-4D4B-8C99-0FFC1FF2AFDB}" dt="2026-03-02T18:31:04.086" v="935" actId="1076"/>
          <ac:picMkLst>
            <pc:docMk/>
            <pc:sldMk cId="1015174532" sldId="301"/>
            <ac:picMk id="25" creationId="{8565754C-D06A-649B-5182-F375C1E610A9}"/>
          </ac:picMkLst>
        </pc:picChg>
      </pc:sldChg>
      <pc:sldChg chg="addSp delSp modSp add mod delAnim modAnim">
        <pc:chgData name="ALBERTO LILLO GARCÍA" userId="0d3015df-96a3-45b4-9caa-dceca3e4f515" providerId="ADAL" clId="{983CFBF0-021C-4D4B-8C99-0FFC1FF2AFDB}" dt="2026-03-03T00:05:53.926" v="2588" actId="20577"/>
        <pc:sldMkLst>
          <pc:docMk/>
          <pc:sldMk cId="2114676827" sldId="302"/>
        </pc:sldMkLst>
        <pc:spChg chg="add mod">
          <ac:chgData name="ALBERTO LILLO GARCÍA" userId="0d3015df-96a3-45b4-9caa-dceca3e4f515" providerId="ADAL" clId="{983CFBF0-021C-4D4B-8C99-0FFC1FF2AFDB}" dt="2026-03-03T00:05:53.926" v="2588" actId="20577"/>
          <ac:spMkLst>
            <pc:docMk/>
            <pc:sldMk cId="2114676827" sldId="302"/>
            <ac:spMk id="12" creationId="{9BD55A1B-C6AE-FA56-4959-ADBBE33E12B2}"/>
          </ac:spMkLst>
        </pc:spChg>
        <pc:spChg chg="del">
          <ac:chgData name="ALBERTO LILLO GARCÍA" userId="0d3015df-96a3-45b4-9caa-dceca3e4f515" providerId="ADAL" clId="{983CFBF0-021C-4D4B-8C99-0FFC1FF2AFDB}" dt="2026-03-02T21:03:20.089" v="1373" actId="478"/>
          <ac:spMkLst>
            <pc:docMk/>
            <pc:sldMk cId="2114676827" sldId="302"/>
            <ac:spMk id="23" creationId="{F0E3DDDD-5CC9-C9D0-A74B-DDD0E6F60721}"/>
          </ac:spMkLst>
        </pc:spChg>
        <pc:spChg chg="mod">
          <ac:chgData name="ALBERTO LILLO GARCÍA" userId="0d3015df-96a3-45b4-9caa-dceca3e4f515" providerId="ADAL" clId="{983CFBF0-021C-4D4B-8C99-0FFC1FF2AFDB}" dt="2026-03-02T21:03:36.789" v="1383"/>
          <ac:spMkLst>
            <pc:docMk/>
            <pc:sldMk cId="2114676827" sldId="302"/>
            <ac:spMk id="3820" creationId="{C53A8D81-CCA9-03F4-2A97-09109C80FE13}"/>
          </ac:spMkLst>
        </pc:spChg>
        <pc:picChg chg="add mod">
          <ac:chgData name="ALBERTO LILLO GARCÍA" userId="0d3015df-96a3-45b4-9caa-dceca3e4f515" providerId="ADAL" clId="{983CFBF0-021C-4D4B-8C99-0FFC1FF2AFDB}" dt="2026-03-02T21:09:45.085" v="1435" actId="1076"/>
          <ac:picMkLst>
            <pc:docMk/>
            <pc:sldMk cId="2114676827" sldId="302"/>
            <ac:picMk id="3" creationId="{4A1B2385-3010-2935-502A-C4768FC2792D}"/>
          </ac:picMkLst>
        </pc:picChg>
        <pc:picChg chg="add mod modCrop">
          <ac:chgData name="ALBERTO LILLO GARCÍA" userId="0d3015df-96a3-45b4-9caa-dceca3e4f515" providerId="ADAL" clId="{983CFBF0-021C-4D4B-8C99-0FFC1FF2AFDB}" dt="2026-03-02T21:09:47.343" v="1436" actId="14100"/>
          <ac:picMkLst>
            <pc:docMk/>
            <pc:sldMk cId="2114676827" sldId="302"/>
            <ac:picMk id="5" creationId="{B2C58C14-ED16-2420-9D4D-60AA1329DBFD}"/>
          </ac:picMkLst>
        </pc:picChg>
        <pc:picChg chg="add mod">
          <ac:chgData name="ALBERTO LILLO GARCÍA" userId="0d3015df-96a3-45b4-9caa-dceca3e4f515" providerId="ADAL" clId="{983CFBF0-021C-4D4B-8C99-0FFC1FF2AFDB}" dt="2026-03-02T21:09:49.629" v="1437" actId="14100"/>
          <ac:picMkLst>
            <pc:docMk/>
            <pc:sldMk cId="2114676827" sldId="302"/>
            <ac:picMk id="7" creationId="{BA993E46-36EE-EB4E-511F-F97E773D15E6}"/>
          </ac:picMkLst>
        </pc:picChg>
        <pc:picChg chg="add del mod modCrop">
          <ac:chgData name="ALBERTO LILLO GARCÍA" userId="0d3015df-96a3-45b4-9caa-dceca3e4f515" providerId="ADAL" clId="{983CFBF0-021C-4D4B-8C99-0FFC1FF2AFDB}" dt="2026-03-02T21:09:15.529" v="1426" actId="478"/>
          <ac:picMkLst>
            <pc:docMk/>
            <pc:sldMk cId="2114676827" sldId="302"/>
            <ac:picMk id="9" creationId="{302712EB-A94A-F834-53CA-DC978FDACB90}"/>
          </ac:picMkLst>
        </pc:picChg>
        <pc:picChg chg="add mod modCrop">
          <ac:chgData name="ALBERTO LILLO GARCÍA" userId="0d3015df-96a3-45b4-9caa-dceca3e4f515" providerId="ADAL" clId="{983CFBF0-021C-4D4B-8C99-0FFC1FF2AFDB}" dt="2026-03-02T21:11:33.498" v="1451" actId="1076"/>
          <ac:picMkLst>
            <pc:docMk/>
            <pc:sldMk cId="2114676827" sldId="302"/>
            <ac:picMk id="11" creationId="{B8363165-FBBB-28BD-BB78-B27AB04091F7}"/>
          </ac:picMkLst>
        </pc:picChg>
        <pc:picChg chg="del">
          <ac:chgData name="ALBERTO LILLO GARCÍA" userId="0d3015df-96a3-45b4-9caa-dceca3e4f515" providerId="ADAL" clId="{983CFBF0-021C-4D4B-8C99-0FFC1FF2AFDB}" dt="2026-03-02T21:03:18.138" v="1372" actId="478"/>
          <ac:picMkLst>
            <pc:docMk/>
            <pc:sldMk cId="2114676827" sldId="302"/>
            <ac:picMk id="25" creationId="{E17BAE33-4BAD-B081-8EA6-8F92A1150816}"/>
          </ac:picMkLst>
        </pc:picChg>
      </pc:sldChg>
      <pc:sldChg chg="addSp delSp modSp add mod delAnim modAnim modNotesTx">
        <pc:chgData name="ALBERTO LILLO GARCÍA" userId="0d3015df-96a3-45b4-9caa-dceca3e4f515" providerId="ADAL" clId="{983CFBF0-021C-4D4B-8C99-0FFC1FF2AFDB}" dt="2026-03-03T00:05:58.776" v="2591" actId="20577"/>
        <pc:sldMkLst>
          <pc:docMk/>
          <pc:sldMk cId="4138251204" sldId="303"/>
        </pc:sldMkLst>
        <pc:spChg chg="add mod">
          <ac:chgData name="ALBERTO LILLO GARCÍA" userId="0d3015df-96a3-45b4-9caa-dceca3e4f515" providerId="ADAL" clId="{983CFBF0-021C-4D4B-8C99-0FFC1FF2AFDB}" dt="2026-03-02T21:21:10.700" v="1593" actId="1076"/>
          <ac:spMkLst>
            <pc:docMk/>
            <pc:sldMk cId="4138251204" sldId="303"/>
            <ac:spMk id="8" creationId="{DF6850FF-E8C4-7D23-90B2-AC0FA547F741}"/>
          </ac:spMkLst>
        </pc:spChg>
        <pc:spChg chg="add mod">
          <ac:chgData name="ALBERTO LILLO GARCÍA" userId="0d3015df-96a3-45b4-9caa-dceca3e4f515" providerId="ADAL" clId="{983CFBF0-021C-4D4B-8C99-0FFC1FF2AFDB}" dt="2026-03-03T00:05:58.776" v="2591" actId="20577"/>
          <ac:spMkLst>
            <pc:docMk/>
            <pc:sldMk cId="4138251204" sldId="303"/>
            <ac:spMk id="9" creationId="{9FC0488B-9506-9895-7D88-2E7EC39E4288}"/>
          </ac:spMkLst>
        </pc:spChg>
        <pc:spChg chg="mod">
          <ac:chgData name="ALBERTO LILLO GARCÍA" userId="0d3015df-96a3-45b4-9caa-dceca3e4f515" providerId="ADAL" clId="{983CFBF0-021C-4D4B-8C99-0FFC1FF2AFDB}" dt="2026-03-02T21:45:12.408" v="1959" actId="1076"/>
          <ac:spMkLst>
            <pc:docMk/>
            <pc:sldMk cId="4138251204" sldId="303"/>
            <ac:spMk id="3820" creationId="{B4550335-032F-4BEE-E1C6-29E3F5A916DE}"/>
          </ac:spMkLst>
        </pc:spChg>
        <pc:picChg chg="del">
          <ac:chgData name="ALBERTO LILLO GARCÍA" userId="0d3015df-96a3-45b4-9caa-dceca3e4f515" providerId="ADAL" clId="{983CFBF0-021C-4D4B-8C99-0FFC1FF2AFDB}" dt="2026-03-02T21:16:40.336" v="1512" actId="478"/>
          <ac:picMkLst>
            <pc:docMk/>
            <pc:sldMk cId="4138251204" sldId="303"/>
            <ac:picMk id="3" creationId="{F08D3E4B-4066-76D8-9EF9-4FC34AA9CFBC}"/>
          </ac:picMkLst>
        </pc:picChg>
        <pc:picChg chg="add mod modCrop">
          <ac:chgData name="ALBERTO LILLO GARCÍA" userId="0d3015df-96a3-45b4-9caa-dceca3e4f515" providerId="ADAL" clId="{983CFBF0-021C-4D4B-8C99-0FFC1FF2AFDB}" dt="2026-03-02T21:45:09.336" v="1958" actId="1076"/>
          <ac:picMkLst>
            <pc:docMk/>
            <pc:sldMk cId="4138251204" sldId="303"/>
            <ac:picMk id="4" creationId="{028A9AAE-9219-BB16-F657-7F7A50C59430}"/>
          </ac:picMkLst>
        </pc:picChg>
        <pc:picChg chg="del">
          <ac:chgData name="ALBERTO LILLO GARCÍA" userId="0d3015df-96a3-45b4-9caa-dceca3e4f515" providerId="ADAL" clId="{983CFBF0-021C-4D4B-8C99-0FFC1FF2AFDB}" dt="2026-03-02T21:16:42.315" v="1513" actId="478"/>
          <ac:picMkLst>
            <pc:docMk/>
            <pc:sldMk cId="4138251204" sldId="303"/>
            <ac:picMk id="5" creationId="{A8BA312E-82D1-03D2-AA9F-AF280491A70D}"/>
          </ac:picMkLst>
        </pc:picChg>
        <pc:picChg chg="del">
          <ac:chgData name="ALBERTO LILLO GARCÍA" userId="0d3015df-96a3-45b4-9caa-dceca3e4f515" providerId="ADAL" clId="{983CFBF0-021C-4D4B-8C99-0FFC1FF2AFDB}" dt="2026-03-02T21:16:43.070" v="1514" actId="478"/>
          <ac:picMkLst>
            <pc:docMk/>
            <pc:sldMk cId="4138251204" sldId="303"/>
            <ac:picMk id="7" creationId="{BA9485C9-0425-B2A1-5F3B-515E1C41E811}"/>
          </ac:picMkLst>
        </pc:picChg>
        <pc:picChg chg="del">
          <ac:chgData name="ALBERTO LILLO GARCÍA" userId="0d3015df-96a3-45b4-9caa-dceca3e4f515" providerId="ADAL" clId="{983CFBF0-021C-4D4B-8C99-0FFC1FF2AFDB}" dt="2026-03-02T21:16:43.536" v="1515" actId="478"/>
          <ac:picMkLst>
            <pc:docMk/>
            <pc:sldMk cId="4138251204" sldId="303"/>
            <ac:picMk id="11" creationId="{D02738D9-0C43-99B0-BD3C-C9F8884495E0}"/>
          </ac:picMkLst>
        </pc:picChg>
      </pc:sldChg>
      <pc:sldChg chg="add del">
        <pc:chgData name="ALBERTO LILLO GARCÍA" userId="0d3015df-96a3-45b4-9caa-dceca3e4f515" providerId="ADAL" clId="{983CFBF0-021C-4D4B-8C99-0FFC1FF2AFDB}" dt="2026-03-02T21:27:50.923" v="1698" actId="47"/>
        <pc:sldMkLst>
          <pc:docMk/>
          <pc:sldMk cId="1661046974" sldId="304"/>
        </pc:sldMkLst>
      </pc:sldChg>
      <pc:sldChg chg="addSp delSp modSp add mod modAnim modNotesTx">
        <pc:chgData name="ALBERTO LILLO GARCÍA" userId="0d3015df-96a3-45b4-9caa-dceca3e4f515" providerId="ADAL" clId="{983CFBF0-021C-4D4B-8C99-0FFC1FF2AFDB}" dt="2026-03-03T00:06:03.159" v="2594" actId="20577"/>
        <pc:sldMkLst>
          <pc:docMk/>
          <pc:sldMk cId="3686113285" sldId="305"/>
        </pc:sldMkLst>
        <pc:spChg chg="add mod">
          <ac:chgData name="ALBERTO LILLO GARCÍA" userId="0d3015df-96a3-45b4-9caa-dceca3e4f515" providerId="ADAL" clId="{983CFBF0-021C-4D4B-8C99-0FFC1FF2AFDB}" dt="2026-03-03T00:06:03.159" v="2594" actId="20577"/>
          <ac:spMkLst>
            <pc:docMk/>
            <pc:sldMk cId="3686113285" sldId="305"/>
            <ac:spMk id="5" creationId="{0844084A-6699-706C-BE59-0B4BAAF4FC83}"/>
          </ac:spMkLst>
        </pc:spChg>
        <pc:spChg chg="mod">
          <ac:chgData name="ALBERTO LILLO GARCÍA" userId="0d3015df-96a3-45b4-9caa-dceca3e4f515" providerId="ADAL" clId="{983CFBF0-021C-4D4B-8C99-0FFC1FF2AFDB}" dt="2026-03-02T21:45:57.164" v="2007" actId="1076"/>
          <ac:spMkLst>
            <pc:docMk/>
            <pc:sldMk cId="3686113285" sldId="305"/>
            <ac:spMk id="8" creationId="{DAD90C1A-F064-9BEE-37E5-17B572C865B7}"/>
          </ac:spMkLst>
        </pc:spChg>
        <pc:spChg chg="mod">
          <ac:chgData name="ALBERTO LILLO GARCÍA" userId="0d3015df-96a3-45b4-9caa-dceca3e4f515" providerId="ADAL" clId="{983CFBF0-021C-4D4B-8C99-0FFC1FF2AFDB}" dt="2026-03-02T21:45:51.481" v="2006" actId="404"/>
          <ac:spMkLst>
            <pc:docMk/>
            <pc:sldMk cId="3686113285" sldId="305"/>
            <ac:spMk id="3820" creationId="{A66E2197-B081-8026-28A1-F48278A512EB}"/>
          </ac:spMkLst>
        </pc:spChg>
        <pc:picChg chg="add mod">
          <ac:chgData name="ALBERTO LILLO GARCÍA" userId="0d3015df-96a3-45b4-9caa-dceca3e4f515" providerId="ADAL" clId="{983CFBF0-021C-4D4B-8C99-0FFC1FF2AFDB}" dt="2026-03-02T21:25:31.995" v="1634" actId="1076"/>
          <ac:picMkLst>
            <pc:docMk/>
            <pc:sldMk cId="3686113285" sldId="305"/>
            <ac:picMk id="3" creationId="{84DCEFF9-AE8A-4D16-ED02-42FF5C021B9C}"/>
          </ac:picMkLst>
        </pc:picChg>
        <pc:picChg chg="del mod">
          <ac:chgData name="ALBERTO LILLO GARCÍA" userId="0d3015df-96a3-45b4-9caa-dceca3e4f515" providerId="ADAL" clId="{983CFBF0-021C-4D4B-8C99-0FFC1FF2AFDB}" dt="2026-03-02T21:25:12.959" v="1629" actId="478"/>
          <ac:picMkLst>
            <pc:docMk/>
            <pc:sldMk cId="3686113285" sldId="305"/>
            <ac:picMk id="4" creationId="{2E0ADD16-F714-536C-C89F-0CF26A5A90A6}"/>
          </ac:picMkLst>
        </pc:picChg>
      </pc:sldChg>
      <pc:sldChg chg="addSp modSp add mod">
        <pc:chgData name="ALBERTO LILLO GARCÍA" userId="0d3015df-96a3-45b4-9caa-dceca3e4f515" providerId="ADAL" clId="{983CFBF0-021C-4D4B-8C99-0FFC1FF2AFDB}" dt="2026-03-03T00:06:07.913" v="2597" actId="20577"/>
        <pc:sldMkLst>
          <pc:docMk/>
          <pc:sldMk cId="1095030456" sldId="306"/>
        </pc:sldMkLst>
        <pc:spChg chg="add mod">
          <ac:chgData name="ALBERTO LILLO GARCÍA" userId="0d3015df-96a3-45b4-9caa-dceca3e4f515" providerId="ADAL" clId="{983CFBF0-021C-4D4B-8C99-0FFC1FF2AFDB}" dt="2026-03-03T00:06:07.913" v="2597" actId="20577"/>
          <ac:spMkLst>
            <pc:docMk/>
            <pc:sldMk cId="1095030456" sldId="306"/>
            <ac:spMk id="2" creationId="{CD1F95D2-AF4A-6C94-DCE4-93A86CF38FB2}"/>
          </ac:spMkLst>
        </pc:spChg>
        <pc:spChg chg="mod">
          <ac:chgData name="ALBERTO LILLO GARCÍA" userId="0d3015df-96a3-45b4-9caa-dceca3e4f515" providerId="ADAL" clId="{983CFBF0-021C-4D4B-8C99-0FFC1FF2AFDB}" dt="2026-03-02T23:43:33.853" v="2360"/>
          <ac:spMkLst>
            <pc:docMk/>
            <pc:sldMk cId="1095030456" sldId="306"/>
            <ac:spMk id="3739" creationId="{7DA9B158-D1A3-8567-79CC-DD5C3DA4F276}"/>
          </ac:spMkLst>
        </pc:spChg>
        <pc:spChg chg="mod">
          <ac:chgData name="ALBERTO LILLO GARCÍA" userId="0d3015df-96a3-45b4-9caa-dceca3e4f515" providerId="ADAL" clId="{983CFBF0-021C-4D4B-8C99-0FFC1FF2AFDB}" dt="2026-03-02T21:38:57.992" v="1939" actId="20577"/>
          <ac:spMkLst>
            <pc:docMk/>
            <pc:sldMk cId="1095030456" sldId="306"/>
            <ac:spMk id="3740" creationId="{C7AFAF2B-CFE7-24AF-B8CA-14B7FBE7EFF3}"/>
          </ac:spMkLst>
        </pc:spChg>
        <pc:spChg chg="mod">
          <ac:chgData name="ALBERTO LILLO GARCÍA" userId="0d3015df-96a3-45b4-9caa-dceca3e4f515" providerId="ADAL" clId="{983CFBF0-021C-4D4B-8C99-0FFC1FF2AFDB}" dt="2026-03-02T23:55:08.868" v="2545" actId="20577"/>
          <ac:spMkLst>
            <pc:docMk/>
            <pc:sldMk cId="1095030456" sldId="306"/>
            <ac:spMk id="3741" creationId="{414F4399-543D-837D-ECE5-FBAF352A0258}"/>
          </ac:spMkLst>
        </pc:spChg>
        <pc:grpChg chg="mod">
          <ac:chgData name="ALBERTO LILLO GARCÍA" userId="0d3015df-96a3-45b4-9caa-dceca3e4f515" providerId="ADAL" clId="{983CFBF0-021C-4D4B-8C99-0FFC1FF2AFDB}" dt="2026-03-02T21:39:48.328" v="1945" actId="1076"/>
          <ac:grpSpMkLst>
            <pc:docMk/>
            <pc:sldMk cId="1095030456" sldId="306"/>
            <ac:grpSpMk id="3742" creationId="{27B1FA2E-DBD5-E99F-6ED0-9D29F57EBCF8}"/>
          </ac:grpSpMkLst>
        </pc:grpChg>
      </pc:sldChg>
      <pc:sldChg chg="add del">
        <pc:chgData name="ALBERTO LILLO GARCÍA" userId="0d3015df-96a3-45b4-9caa-dceca3e4f515" providerId="ADAL" clId="{983CFBF0-021C-4D4B-8C99-0FFC1FF2AFDB}" dt="2026-03-02T21:25:20.027" v="1631"/>
        <pc:sldMkLst>
          <pc:docMk/>
          <pc:sldMk cId="2215569753" sldId="306"/>
        </pc:sldMkLst>
      </pc:sldChg>
      <pc:sldChg chg="addSp delSp modSp add del mod ord delAnim">
        <pc:chgData name="ALBERTO LILLO GARCÍA" userId="0d3015df-96a3-45b4-9caa-dceca3e4f515" providerId="ADAL" clId="{983CFBF0-021C-4D4B-8C99-0FFC1FF2AFDB}" dt="2026-03-02T21:52:16.841" v="2139" actId="47"/>
        <pc:sldMkLst>
          <pc:docMk/>
          <pc:sldMk cId="2395689343" sldId="307"/>
        </pc:sldMkLst>
        <pc:spChg chg="del">
          <ac:chgData name="ALBERTO LILLO GARCÍA" userId="0d3015df-96a3-45b4-9caa-dceca3e4f515" providerId="ADAL" clId="{983CFBF0-021C-4D4B-8C99-0FFC1FF2AFDB}" dt="2026-03-02T21:47:02.025" v="2054" actId="478"/>
          <ac:spMkLst>
            <pc:docMk/>
            <pc:sldMk cId="2395689343" sldId="307"/>
            <ac:spMk id="8" creationId="{72FD59FB-9866-EA4D-B27D-F6E965DA8834}"/>
          </ac:spMkLst>
        </pc:spChg>
        <pc:spChg chg="mod">
          <ac:chgData name="ALBERTO LILLO GARCÍA" userId="0d3015df-96a3-45b4-9caa-dceca3e4f515" providerId="ADAL" clId="{983CFBF0-021C-4D4B-8C99-0FFC1FF2AFDB}" dt="2026-03-02T21:46:36.983" v="2053" actId="20577"/>
          <ac:spMkLst>
            <pc:docMk/>
            <pc:sldMk cId="2395689343" sldId="307"/>
            <ac:spMk id="3820" creationId="{3E6A7498-39BE-7F6D-456F-CF1077EF34DB}"/>
          </ac:spMkLst>
        </pc:spChg>
        <pc:picChg chg="add mod modCrop">
          <ac:chgData name="ALBERTO LILLO GARCÍA" userId="0d3015df-96a3-45b4-9caa-dceca3e4f515" providerId="ADAL" clId="{983CFBF0-021C-4D4B-8C99-0FFC1FF2AFDB}" dt="2026-03-02T21:44:03.504" v="1956" actId="1076"/>
          <ac:picMkLst>
            <pc:docMk/>
            <pc:sldMk cId="2395689343" sldId="307"/>
            <ac:picMk id="2" creationId="{59D3DF1E-D6A7-8D82-0AC2-51C55A1B54EA}"/>
          </ac:picMkLst>
        </pc:picChg>
        <pc:picChg chg="del">
          <ac:chgData name="ALBERTO LILLO GARCÍA" userId="0d3015df-96a3-45b4-9caa-dceca3e4f515" providerId="ADAL" clId="{983CFBF0-021C-4D4B-8C99-0FFC1FF2AFDB}" dt="2026-03-02T21:43:47.818" v="1951" actId="478"/>
          <ac:picMkLst>
            <pc:docMk/>
            <pc:sldMk cId="2395689343" sldId="307"/>
            <ac:picMk id="3" creationId="{AB53338A-A8D5-95E0-57D4-825D5B7210E2}"/>
          </ac:picMkLst>
        </pc:picChg>
      </pc:sldChg>
      <pc:sldChg chg="addSp delSp modSp add mod">
        <pc:chgData name="ALBERTO LILLO GARCÍA" userId="0d3015df-96a3-45b4-9caa-dceca3e4f515" providerId="ADAL" clId="{983CFBF0-021C-4D4B-8C99-0FFC1FF2AFDB}" dt="2026-03-03T00:06:41.680" v="2609" actId="1076"/>
        <pc:sldMkLst>
          <pc:docMk/>
          <pc:sldMk cId="3328187828" sldId="308"/>
        </pc:sldMkLst>
        <pc:spChg chg="add mod">
          <ac:chgData name="ALBERTO LILLO GARCÍA" userId="0d3015df-96a3-45b4-9caa-dceca3e4f515" providerId="ADAL" clId="{983CFBF0-021C-4D4B-8C99-0FFC1FF2AFDB}" dt="2026-03-02T21:48:40.795" v="2057"/>
          <ac:spMkLst>
            <pc:docMk/>
            <pc:sldMk cId="3328187828" sldId="308"/>
            <ac:spMk id="2" creationId="{B053B38F-F662-186C-3ACC-7048631B996C}"/>
          </ac:spMkLst>
        </pc:spChg>
        <pc:spChg chg="add mod">
          <ac:chgData name="ALBERTO LILLO GARCÍA" userId="0d3015df-96a3-45b4-9caa-dceca3e4f515" providerId="ADAL" clId="{983CFBF0-021C-4D4B-8C99-0FFC1FF2AFDB}" dt="2026-03-02T21:53:05.204" v="2153" actId="1076"/>
          <ac:spMkLst>
            <pc:docMk/>
            <pc:sldMk cId="3328187828" sldId="308"/>
            <ac:spMk id="3" creationId="{56F69F9D-52ED-21AE-9B60-9A193801C9CB}"/>
          </ac:spMkLst>
        </pc:spChg>
        <pc:spChg chg="add del mod">
          <ac:chgData name="ALBERTO LILLO GARCÍA" userId="0d3015df-96a3-45b4-9caa-dceca3e4f515" providerId="ADAL" clId="{983CFBF0-021C-4D4B-8C99-0FFC1FF2AFDB}" dt="2026-03-02T21:48:58.206" v="2060" actId="478"/>
          <ac:spMkLst>
            <pc:docMk/>
            <pc:sldMk cId="3328187828" sldId="308"/>
            <ac:spMk id="5" creationId="{C15E2A69-3A00-6B8E-FF88-9FF4C3FD8E59}"/>
          </ac:spMkLst>
        </pc:spChg>
        <pc:spChg chg="add del mod">
          <ac:chgData name="ALBERTO LILLO GARCÍA" userId="0d3015df-96a3-45b4-9caa-dceca3e4f515" providerId="ADAL" clId="{983CFBF0-021C-4D4B-8C99-0FFC1FF2AFDB}" dt="2026-03-02T21:48:58.206" v="2060" actId="478"/>
          <ac:spMkLst>
            <pc:docMk/>
            <pc:sldMk cId="3328187828" sldId="308"/>
            <ac:spMk id="7" creationId="{98A69A31-15F0-CAE6-2C4B-C64B01DC91D0}"/>
          </ac:spMkLst>
        </pc:spChg>
        <pc:spChg chg="add del mod">
          <ac:chgData name="ALBERTO LILLO GARCÍA" userId="0d3015df-96a3-45b4-9caa-dceca3e4f515" providerId="ADAL" clId="{983CFBF0-021C-4D4B-8C99-0FFC1FF2AFDB}" dt="2026-03-02T21:49:00.878" v="2061" actId="478"/>
          <ac:spMkLst>
            <pc:docMk/>
            <pc:sldMk cId="3328187828" sldId="308"/>
            <ac:spMk id="9" creationId="{ABFD1721-BB90-6040-2C6F-3E8FDFA6D61E}"/>
          </ac:spMkLst>
        </pc:spChg>
        <pc:spChg chg="add del mod">
          <ac:chgData name="ALBERTO LILLO GARCÍA" userId="0d3015df-96a3-45b4-9caa-dceca3e4f515" providerId="ADAL" clId="{983CFBF0-021C-4D4B-8C99-0FFC1FF2AFDB}" dt="2026-03-02T21:49:02.955" v="2063" actId="478"/>
          <ac:spMkLst>
            <pc:docMk/>
            <pc:sldMk cId="3328187828" sldId="308"/>
            <ac:spMk id="11" creationId="{EA45037D-E276-7F44-5837-7380EAA9F2D6}"/>
          </ac:spMkLst>
        </pc:spChg>
        <pc:spChg chg="add del mod">
          <ac:chgData name="ALBERTO LILLO GARCÍA" userId="0d3015df-96a3-45b4-9caa-dceca3e4f515" providerId="ADAL" clId="{983CFBF0-021C-4D4B-8C99-0FFC1FF2AFDB}" dt="2026-03-02T21:49:05.072" v="2065" actId="478"/>
          <ac:spMkLst>
            <pc:docMk/>
            <pc:sldMk cId="3328187828" sldId="308"/>
            <ac:spMk id="13" creationId="{4A41506E-8C2F-EDC0-379B-6744D8DAD71E}"/>
          </ac:spMkLst>
        </pc:spChg>
        <pc:spChg chg="add del mod">
          <ac:chgData name="ALBERTO LILLO GARCÍA" userId="0d3015df-96a3-45b4-9caa-dceca3e4f515" providerId="ADAL" clId="{983CFBF0-021C-4D4B-8C99-0FFC1FF2AFDB}" dt="2026-03-02T21:49:08.863" v="2067" actId="478"/>
          <ac:spMkLst>
            <pc:docMk/>
            <pc:sldMk cId="3328187828" sldId="308"/>
            <ac:spMk id="15" creationId="{B3E52CA7-4DAE-C467-7DD1-D1A0BFCD36FA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20" creationId="{E8731A21-E313-2A3D-FDE2-CCC394401E50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21" creationId="{2E859571-D534-7680-6A3D-1F6D023915F1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22" creationId="{A0363C0C-5071-8AC5-AD5F-044727DE7D87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26" creationId="{A423D76F-FA67-B231-5D3D-A7FE8BDCE316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27" creationId="{9709FE82-F042-AE92-6A82-A9E403A302A4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31" creationId="{8DF2436B-8F45-1EE4-62CA-94C9B34A2E0E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3840" creationId="{E67A35D9-8232-0670-7387-3E452539E79B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3842" creationId="{0098EB25-0714-CD84-A537-7615D73BFB13}"/>
          </ac:spMkLst>
        </pc:spChg>
        <pc:spChg chg="mod">
          <ac:chgData name="ALBERTO LILLO GARCÍA" userId="0d3015df-96a3-45b4-9caa-dceca3e4f515" providerId="ADAL" clId="{983CFBF0-021C-4D4B-8C99-0FFC1FF2AFDB}" dt="2026-03-02T21:54:22.762" v="2165"/>
          <ac:spMkLst>
            <pc:docMk/>
            <pc:sldMk cId="3328187828" sldId="308"/>
            <ac:spMk id="3843" creationId="{160106B5-BFBA-427E-B5B5-56C807EA5B49}"/>
          </ac:spMkLst>
        </pc:spChg>
        <pc:spChg chg="del">
          <ac:chgData name="ALBERTO LILLO GARCÍA" userId="0d3015df-96a3-45b4-9caa-dceca3e4f515" providerId="ADAL" clId="{983CFBF0-021C-4D4B-8C99-0FFC1FF2AFDB}" dt="2026-03-02T21:54:25.242" v="2167" actId="478"/>
          <ac:spMkLst>
            <pc:docMk/>
            <pc:sldMk cId="3328187828" sldId="308"/>
            <ac:spMk id="3845" creationId="{531805D8-1B9A-6E52-F46B-85D52A06E2F8}"/>
          </ac:spMkLst>
        </pc:spChg>
        <pc:spChg chg="del mod">
          <ac:chgData name="ALBERTO LILLO GARCÍA" userId="0d3015df-96a3-45b4-9caa-dceca3e4f515" providerId="ADAL" clId="{983CFBF0-021C-4D4B-8C99-0FFC1FF2AFDB}" dt="2026-03-02T21:54:29.872" v="2168" actId="21"/>
          <ac:spMkLst>
            <pc:docMk/>
            <pc:sldMk cId="3328187828" sldId="308"/>
            <ac:spMk id="3846" creationId="{117EECD9-A36B-65FC-F20E-96969F08AA89}"/>
          </ac:spMkLst>
        </pc:spChg>
        <pc:spChg chg="add mod">
          <ac:chgData name="ALBERTO LILLO GARCÍA" userId="0d3015df-96a3-45b4-9caa-dceca3e4f515" providerId="ADAL" clId="{983CFBF0-021C-4D4B-8C99-0FFC1FF2AFDB}" dt="2026-03-03T00:06:41.680" v="2609" actId="1076"/>
          <ac:spMkLst>
            <pc:docMk/>
            <pc:sldMk cId="3328187828" sldId="308"/>
            <ac:spMk id="3847" creationId="{3C82C39E-B336-2343-2BCB-EFF0C481B91E}"/>
          </ac:spMkLst>
        </pc:spChg>
        <pc:spChg chg="del">
          <ac:chgData name="ALBERTO LILLO GARCÍA" userId="0d3015df-96a3-45b4-9caa-dceca3e4f515" providerId="ADAL" clId="{983CFBF0-021C-4D4B-8C99-0FFC1FF2AFDB}" dt="2026-03-02T21:48:55.666" v="2059" actId="478"/>
          <ac:spMkLst>
            <pc:docMk/>
            <pc:sldMk cId="3328187828" sldId="308"/>
            <ac:spMk id="3851" creationId="{AE8656E2-12B2-91EE-6F38-556CA4C2379E}"/>
          </ac:spMkLst>
        </pc:spChg>
        <pc:spChg chg="del">
          <ac:chgData name="ALBERTO LILLO GARCÍA" userId="0d3015df-96a3-45b4-9caa-dceca3e4f515" providerId="ADAL" clId="{983CFBF0-021C-4D4B-8C99-0FFC1FF2AFDB}" dt="2026-03-02T21:49:06.423" v="2066" actId="478"/>
          <ac:spMkLst>
            <pc:docMk/>
            <pc:sldMk cId="3328187828" sldId="308"/>
            <ac:spMk id="3852" creationId="{92C652E8-214A-AF78-F4EE-EE9968862CDC}"/>
          </ac:spMkLst>
        </pc:spChg>
        <pc:spChg chg="del">
          <ac:chgData name="ALBERTO LILLO GARCÍA" userId="0d3015df-96a3-45b4-9caa-dceca3e4f515" providerId="ADAL" clId="{983CFBF0-021C-4D4B-8C99-0FFC1FF2AFDB}" dt="2026-03-02T21:49:02.024" v="2062" actId="478"/>
          <ac:spMkLst>
            <pc:docMk/>
            <pc:sldMk cId="3328187828" sldId="308"/>
            <ac:spMk id="3853" creationId="{575F5432-0334-03FD-1722-58CA325206C3}"/>
          </ac:spMkLst>
        </pc:spChg>
        <pc:spChg chg="del">
          <ac:chgData name="ALBERTO LILLO GARCÍA" userId="0d3015df-96a3-45b4-9caa-dceca3e4f515" providerId="ADAL" clId="{983CFBF0-021C-4D4B-8C99-0FFC1FF2AFDB}" dt="2026-03-02T21:48:55.666" v="2059" actId="478"/>
          <ac:spMkLst>
            <pc:docMk/>
            <pc:sldMk cId="3328187828" sldId="308"/>
            <ac:spMk id="3854" creationId="{398C6D4C-EF60-D04A-FE5E-457986FC95B1}"/>
          </ac:spMkLst>
        </pc:spChg>
        <pc:spChg chg="del">
          <ac:chgData name="ALBERTO LILLO GARCÍA" userId="0d3015df-96a3-45b4-9caa-dceca3e4f515" providerId="ADAL" clId="{983CFBF0-021C-4D4B-8C99-0FFC1FF2AFDB}" dt="2026-03-02T21:49:04.234" v="2064" actId="478"/>
          <ac:spMkLst>
            <pc:docMk/>
            <pc:sldMk cId="3328187828" sldId="308"/>
            <ac:spMk id="3855" creationId="{6A6FC684-E57E-835A-3C40-48BD5E07312C}"/>
          </ac:spMkLst>
        </pc:spChg>
        <pc:spChg chg="del">
          <ac:chgData name="ALBERTO LILLO GARCÍA" userId="0d3015df-96a3-45b4-9caa-dceca3e4f515" providerId="ADAL" clId="{983CFBF0-021C-4D4B-8C99-0FFC1FF2AFDB}" dt="2026-03-02T21:48:58.206" v="2060" actId="478"/>
          <ac:spMkLst>
            <pc:docMk/>
            <pc:sldMk cId="3328187828" sldId="308"/>
            <ac:spMk id="3856" creationId="{9DE180EB-E1B1-468F-166A-A21176382871}"/>
          </ac:spMkLst>
        </pc:spChg>
        <pc:grpChg chg="mod">
          <ac:chgData name="ALBERTO LILLO GARCÍA" userId="0d3015df-96a3-45b4-9caa-dceca3e4f515" providerId="ADAL" clId="{983CFBF0-021C-4D4B-8C99-0FFC1FF2AFDB}" dt="2026-03-02T21:55:05.531" v="2182" actId="1076"/>
          <ac:grpSpMkLst>
            <pc:docMk/>
            <pc:sldMk cId="3328187828" sldId="308"/>
            <ac:grpSpMk id="17" creationId="{C1A29436-0A02-B86A-7658-8A5DE816D912}"/>
          </ac:grpSpMkLst>
        </pc:grpChg>
        <pc:grpChg chg="del">
          <ac:chgData name="ALBERTO LILLO GARCÍA" userId="0d3015df-96a3-45b4-9caa-dceca3e4f515" providerId="ADAL" clId="{983CFBF0-021C-4D4B-8C99-0FFC1FF2AFDB}" dt="2026-03-02T21:54:25.242" v="2167" actId="478"/>
          <ac:grpSpMkLst>
            <pc:docMk/>
            <pc:sldMk cId="3328187828" sldId="308"/>
            <ac:grpSpMk id="3844" creationId="{B91366AE-593B-6584-841D-D8B73BFD1AF4}"/>
          </ac:grpSpMkLst>
        </pc:grpChg>
        <pc:grpChg chg="mod">
          <ac:chgData name="ALBERTO LILLO GARCÍA" userId="0d3015df-96a3-45b4-9caa-dceca3e4f515" providerId="ADAL" clId="{983CFBF0-021C-4D4B-8C99-0FFC1FF2AFDB}" dt="2026-03-02T21:55:01.824" v="2181" actId="1076"/>
          <ac:grpSpMkLst>
            <pc:docMk/>
            <pc:sldMk cId="3328187828" sldId="308"/>
            <ac:grpSpMk id="3857" creationId="{5A11CAED-4999-53F0-781B-C3479E9F6ABA}"/>
          </ac:grpSpMkLst>
        </pc:grpChg>
        <pc:grpChg chg="mod">
          <ac:chgData name="ALBERTO LILLO GARCÍA" userId="0d3015df-96a3-45b4-9caa-dceca3e4f515" providerId="ADAL" clId="{983CFBF0-021C-4D4B-8C99-0FFC1FF2AFDB}" dt="2026-03-02T21:54:45.870" v="2178" actId="1076"/>
          <ac:grpSpMkLst>
            <pc:docMk/>
            <pc:sldMk cId="3328187828" sldId="308"/>
            <ac:grpSpMk id="3891" creationId="{80F716D6-8719-5C84-D5D9-EE212A830126}"/>
          </ac:grpSpMkLst>
        </pc:grpChg>
        <pc:picChg chg="add mod">
          <ac:chgData name="ALBERTO LILLO GARCÍA" userId="0d3015df-96a3-45b4-9caa-dceca3e4f515" providerId="ADAL" clId="{983CFBF0-021C-4D4B-8C99-0FFC1FF2AFDB}" dt="2026-03-02T21:55:26.586" v="2183" actId="1076"/>
          <ac:picMkLst>
            <pc:docMk/>
            <pc:sldMk cId="3328187828" sldId="308"/>
            <ac:picMk id="16" creationId="{422629EE-4C20-9AA3-A2C2-F7BDF8DB136E}"/>
          </ac:picMkLst>
        </pc:picChg>
      </pc:sldChg>
      <pc:sldChg chg="addSp modSp add mod">
        <pc:chgData name="ALBERTO LILLO GARCÍA" userId="0d3015df-96a3-45b4-9caa-dceca3e4f515" providerId="ADAL" clId="{983CFBF0-021C-4D4B-8C99-0FFC1FF2AFDB}" dt="2026-03-03T00:26:19.045" v="2736" actId="14100"/>
        <pc:sldMkLst>
          <pc:docMk/>
          <pc:sldMk cId="778203674" sldId="309"/>
        </pc:sldMkLst>
        <pc:spChg chg="add mod">
          <ac:chgData name="ALBERTO LILLO GARCÍA" userId="0d3015df-96a3-45b4-9caa-dceca3e4f515" providerId="ADAL" clId="{983CFBF0-021C-4D4B-8C99-0FFC1FF2AFDB}" dt="2026-03-03T00:08:07.783" v="2646" actId="20577"/>
          <ac:spMkLst>
            <pc:docMk/>
            <pc:sldMk cId="778203674" sldId="309"/>
            <ac:spMk id="2" creationId="{9D4EF1A5-60B1-6CF8-8931-35422ECF33B6}"/>
          </ac:spMkLst>
        </pc:spChg>
        <pc:spChg chg="mod">
          <ac:chgData name="ALBERTO LILLO GARCÍA" userId="0d3015df-96a3-45b4-9caa-dceca3e4f515" providerId="ADAL" clId="{983CFBF0-021C-4D4B-8C99-0FFC1FF2AFDB}" dt="2026-03-03T00:11:35.930" v="2651" actId="20577"/>
          <ac:spMkLst>
            <pc:docMk/>
            <pc:sldMk cId="778203674" sldId="309"/>
            <ac:spMk id="3739" creationId="{D0D449B0-FFEF-8422-D5ED-3E68B1880C7D}"/>
          </ac:spMkLst>
        </pc:spChg>
        <pc:spChg chg="mod">
          <ac:chgData name="ALBERTO LILLO GARCÍA" userId="0d3015df-96a3-45b4-9caa-dceca3e4f515" providerId="ADAL" clId="{983CFBF0-021C-4D4B-8C99-0FFC1FF2AFDB}" dt="2026-03-02T23:49:59.297" v="2400" actId="20577"/>
          <ac:spMkLst>
            <pc:docMk/>
            <pc:sldMk cId="778203674" sldId="309"/>
            <ac:spMk id="3740" creationId="{B4D5EED8-8749-22E5-C99F-542BB28DD856}"/>
          </ac:spMkLst>
        </pc:spChg>
        <pc:spChg chg="mod">
          <ac:chgData name="ALBERTO LILLO GARCÍA" userId="0d3015df-96a3-45b4-9caa-dceca3e4f515" providerId="ADAL" clId="{983CFBF0-021C-4D4B-8C99-0FFC1FF2AFDB}" dt="2026-03-03T00:26:19.045" v="2736" actId="14100"/>
          <ac:spMkLst>
            <pc:docMk/>
            <pc:sldMk cId="778203674" sldId="309"/>
            <ac:spMk id="3741" creationId="{26D01FEC-30E8-80D5-28B2-9CD4025E6274}"/>
          </ac:spMkLst>
        </pc:spChg>
      </pc:sldChg>
      <pc:sldChg chg="add del setBg">
        <pc:chgData name="ALBERTO LILLO GARCÍA" userId="0d3015df-96a3-45b4-9caa-dceca3e4f515" providerId="ADAL" clId="{983CFBF0-021C-4D4B-8C99-0FFC1FF2AFDB}" dt="2026-03-03T00:12:30.743" v="2655" actId="47"/>
        <pc:sldMkLst>
          <pc:docMk/>
          <pc:sldMk cId="3345794509" sldId="310"/>
        </pc:sldMkLst>
      </pc:sldChg>
      <pc:sldChg chg="addSp delSp modSp add mod">
        <pc:chgData name="ALBERTO LILLO GARCÍA" userId="0d3015df-96a3-45b4-9caa-dceca3e4f515" providerId="ADAL" clId="{983CFBF0-021C-4D4B-8C99-0FFC1FF2AFDB}" dt="2026-03-03T00:07:34.307" v="2626" actId="20577"/>
        <pc:sldMkLst>
          <pc:docMk/>
          <pc:sldMk cId="2539572654" sldId="311"/>
        </pc:sldMkLst>
        <pc:spChg chg="add mod">
          <ac:chgData name="ALBERTO LILLO GARCÍA" userId="0d3015df-96a3-45b4-9caa-dceca3e4f515" providerId="ADAL" clId="{983CFBF0-021C-4D4B-8C99-0FFC1FF2AFDB}" dt="2026-03-03T00:07:34.307" v="2626" actId="20577"/>
          <ac:spMkLst>
            <pc:docMk/>
            <pc:sldMk cId="2539572654" sldId="311"/>
            <ac:spMk id="2" creationId="{368AE4AF-675C-4255-79E1-C14279033968}"/>
          </ac:spMkLst>
        </pc:spChg>
        <pc:picChg chg="add del mod">
          <ac:chgData name="ALBERTO LILLO GARCÍA" userId="0d3015df-96a3-45b4-9caa-dceca3e4f515" providerId="ADAL" clId="{983CFBF0-021C-4D4B-8C99-0FFC1FF2AFDB}" dt="2026-03-02T23:46:48.361" v="2377" actId="1076"/>
          <ac:picMkLst>
            <pc:docMk/>
            <pc:sldMk cId="2539572654" sldId="311"/>
            <ac:picMk id="5" creationId="{C37C23DF-E7B6-0158-2FB1-CB85AD0CE58D}"/>
          </ac:picMkLst>
        </pc:picChg>
      </pc:sldChg>
      <pc:sldChg chg="addSp modSp add mod">
        <pc:chgData name="ALBERTO LILLO GARCÍA" userId="0d3015df-96a3-45b4-9caa-dceca3e4f515" providerId="ADAL" clId="{983CFBF0-021C-4D4B-8C99-0FFC1FF2AFDB}" dt="2026-03-03T00:07:40.179" v="2629" actId="20577"/>
        <pc:sldMkLst>
          <pc:docMk/>
          <pc:sldMk cId="1936571217" sldId="312"/>
        </pc:sldMkLst>
        <pc:spChg chg="add mod">
          <ac:chgData name="ALBERTO LILLO GARCÍA" userId="0d3015df-96a3-45b4-9caa-dceca3e4f515" providerId="ADAL" clId="{983CFBF0-021C-4D4B-8C99-0FFC1FF2AFDB}" dt="2026-03-03T00:07:40.179" v="2629" actId="20577"/>
          <ac:spMkLst>
            <pc:docMk/>
            <pc:sldMk cId="1936571217" sldId="312"/>
            <ac:spMk id="2" creationId="{BCFBD0D8-9013-7344-CB8D-1358CA78A68A}"/>
          </ac:spMkLst>
        </pc:spChg>
        <pc:picChg chg="mod">
          <ac:chgData name="ALBERTO LILLO GARCÍA" userId="0d3015df-96a3-45b4-9caa-dceca3e4f515" providerId="ADAL" clId="{983CFBF0-021C-4D4B-8C99-0FFC1FF2AFDB}" dt="2026-03-02T23:47:28.702" v="2382" actId="1076"/>
          <ac:picMkLst>
            <pc:docMk/>
            <pc:sldMk cId="1936571217" sldId="312"/>
            <ac:picMk id="5" creationId="{B48164C7-EC54-5B17-17FC-C31F8BFB8618}"/>
          </ac:picMkLst>
        </pc:picChg>
      </pc:sldChg>
      <pc:sldChg chg="addSp modSp add mod">
        <pc:chgData name="ALBERTO LILLO GARCÍA" userId="0d3015df-96a3-45b4-9caa-dceca3e4f515" providerId="ADAL" clId="{983CFBF0-021C-4D4B-8C99-0FFC1FF2AFDB}" dt="2026-03-03T00:07:44.523" v="2632" actId="20577"/>
        <pc:sldMkLst>
          <pc:docMk/>
          <pc:sldMk cId="1857914310" sldId="313"/>
        </pc:sldMkLst>
        <pc:spChg chg="add mod">
          <ac:chgData name="ALBERTO LILLO GARCÍA" userId="0d3015df-96a3-45b4-9caa-dceca3e4f515" providerId="ADAL" clId="{983CFBF0-021C-4D4B-8C99-0FFC1FF2AFDB}" dt="2026-03-03T00:07:44.523" v="2632" actId="20577"/>
          <ac:spMkLst>
            <pc:docMk/>
            <pc:sldMk cId="1857914310" sldId="313"/>
            <ac:spMk id="2" creationId="{54FBCB3E-E93D-A729-022B-AFFB8D7EE52A}"/>
          </ac:spMkLst>
        </pc:spChg>
        <pc:picChg chg="mod">
          <ac:chgData name="ALBERTO LILLO GARCÍA" userId="0d3015df-96a3-45b4-9caa-dceca3e4f515" providerId="ADAL" clId="{983CFBF0-021C-4D4B-8C99-0FFC1FF2AFDB}" dt="2026-03-02T23:47:46.361" v="2390" actId="1076"/>
          <ac:picMkLst>
            <pc:docMk/>
            <pc:sldMk cId="1857914310" sldId="313"/>
            <ac:picMk id="5" creationId="{A1891141-9CBE-C1CF-5E11-614CF64E56DA}"/>
          </ac:picMkLst>
        </pc:picChg>
      </pc:sldChg>
      <pc:sldChg chg="addSp modSp add mod">
        <pc:chgData name="ALBERTO LILLO GARCÍA" userId="0d3015df-96a3-45b4-9caa-dceca3e4f515" providerId="ADAL" clId="{983CFBF0-021C-4D4B-8C99-0FFC1FF2AFDB}" dt="2026-03-03T00:07:59.687" v="2640" actId="1076"/>
        <pc:sldMkLst>
          <pc:docMk/>
          <pc:sldMk cId="1368709520" sldId="314"/>
        </pc:sldMkLst>
        <pc:spChg chg="add mod">
          <ac:chgData name="ALBERTO LILLO GARCÍA" userId="0d3015df-96a3-45b4-9caa-dceca3e4f515" providerId="ADAL" clId="{983CFBF0-021C-4D4B-8C99-0FFC1FF2AFDB}" dt="2026-03-03T00:07:59.687" v="2640" actId="1076"/>
          <ac:spMkLst>
            <pc:docMk/>
            <pc:sldMk cId="1368709520" sldId="314"/>
            <ac:spMk id="2" creationId="{7EC9D0A8-F558-D77F-FA30-45E549ACBB75}"/>
          </ac:spMkLst>
        </pc:spChg>
        <pc:picChg chg="mod">
          <ac:chgData name="ALBERTO LILLO GARCÍA" userId="0d3015df-96a3-45b4-9caa-dceca3e4f515" providerId="ADAL" clId="{983CFBF0-021C-4D4B-8C99-0FFC1FF2AFDB}" dt="2026-03-03T00:07:56.012" v="2639" actId="1076"/>
          <ac:picMkLst>
            <pc:docMk/>
            <pc:sldMk cId="1368709520" sldId="314"/>
            <ac:picMk id="5" creationId="{FD277562-D82F-6C43-7488-BBD581D491E2}"/>
          </ac:picMkLst>
        </pc:picChg>
      </pc:sldChg>
      <pc:sldChg chg="addSp modSp add mod ord">
        <pc:chgData name="ALBERTO LILLO GARCÍA" userId="0d3015df-96a3-45b4-9caa-dceca3e4f515" providerId="ADAL" clId="{983CFBF0-021C-4D4B-8C99-0FFC1FF2AFDB}" dt="2026-03-03T00:26:11.646" v="2734" actId="20577"/>
        <pc:sldMkLst>
          <pc:docMk/>
          <pc:sldMk cId="4006929961" sldId="315"/>
        </pc:sldMkLst>
        <pc:spChg chg="add mod">
          <ac:chgData name="ALBERTO LILLO GARCÍA" userId="0d3015df-96a3-45b4-9caa-dceca3e4f515" providerId="ADAL" clId="{983CFBF0-021C-4D4B-8C99-0FFC1FF2AFDB}" dt="2026-03-03T00:07:18.982" v="2620" actId="207"/>
          <ac:spMkLst>
            <pc:docMk/>
            <pc:sldMk cId="4006929961" sldId="315"/>
            <ac:spMk id="2" creationId="{167B57F2-EC3F-F671-8A4C-34D0D36CB635}"/>
          </ac:spMkLst>
        </pc:spChg>
        <pc:spChg chg="mod">
          <ac:chgData name="ALBERTO LILLO GARCÍA" userId="0d3015df-96a3-45b4-9caa-dceca3e4f515" providerId="ADAL" clId="{983CFBF0-021C-4D4B-8C99-0FFC1FF2AFDB}" dt="2026-03-02T23:54:16.301" v="2541" actId="114"/>
          <ac:spMkLst>
            <pc:docMk/>
            <pc:sldMk cId="4006929961" sldId="315"/>
            <ac:spMk id="3739" creationId="{EA67D035-2375-69D3-FAD4-EAC1AEE99206}"/>
          </ac:spMkLst>
        </pc:spChg>
        <pc:spChg chg="mod">
          <ac:chgData name="ALBERTO LILLO GARCÍA" userId="0d3015df-96a3-45b4-9caa-dceca3e4f515" providerId="ADAL" clId="{983CFBF0-021C-4D4B-8C99-0FFC1FF2AFDB}" dt="2026-03-02T23:52:56.973" v="2512" actId="20577"/>
          <ac:spMkLst>
            <pc:docMk/>
            <pc:sldMk cId="4006929961" sldId="315"/>
            <ac:spMk id="3740" creationId="{849E9111-B73D-395E-CEF5-FF0635D52A05}"/>
          </ac:spMkLst>
        </pc:spChg>
        <pc:spChg chg="mod">
          <ac:chgData name="ALBERTO LILLO GARCÍA" userId="0d3015df-96a3-45b4-9caa-dceca3e4f515" providerId="ADAL" clId="{983CFBF0-021C-4D4B-8C99-0FFC1FF2AFDB}" dt="2026-03-03T00:26:11.646" v="2734" actId="20577"/>
          <ac:spMkLst>
            <pc:docMk/>
            <pc:sldMk cId="4006929961" sldId="315"/>
            <ac:spMk id="3741" creationId="{94652C63-E4A5-2263-F698-9401B7C42DD3}"/>
          </ac:spMkLst>
        </pc:spChg>
      </pc:sldChg>
      <pc:sldChg chg="addSp delSp modSp add mod delAnim modAnim modNotesTx">
        <pc:chgData name="ALBERTO LILLO GARCÍA" userId="0d3015df-96a3-45b4-9caa-dceca3e4f515" providerId="ADAL" clId="{983CFBF0-021C-4D4B-8C99-0FFC1FF2AFDB}" dt="2026-03-03T00:17:09.227" v="2733" actId="20577"/>
        <pc:sldMkLst>
          <pc:docMk/>
          <pc:sldMk cId="2973241497" sldId="316"/>
        </pc:sldMkLst>
        <pc:spChg chg="mod">
          <ac:chgData name="ALBERTO LILLO GARCÍA" userId="0d3015df-96a3-45b4-9caa-dceca3e4f515" providerId="ADAL" clId="{983CFBF0-021C-4D4B-8C99-0FFC1FF2AFDB}" dt="2026-03-03T00:13:19.996" v="2674" actId="20577"/>
          <ac:spMkLst>
            <pc:docMk/>
            <pc:sldMk cId="2973241497" sldId="316"/>
            <ac:spMk id="2" creationId="{1D045C2B-F508-375E-C748-96203DBD5336}"/>
          </ac:spMkLst>
        </pc:spChg>
        <pc:spChg chg="add del mod">
          <ac:chgData name="ALBERTO LILLO GARCÍA" userId="0d3015df-96a3-45b4-9caa-dceca3e4f515" providerId="ADAL" clId="{983CFBF0-021C-4D4B-8C99-0FFC1FF2AFDB}" dt="2026-03-03T00:15:57.585" v="2688" actId="478"/>
          <ac:spMkLst>
            <pc:docMk/>
            <pc:sldMk cId="2973241497" sldId="316"/>
            <ac:spMk id="8" creationId="{E8CDEBD9-A1A1-05D3-8488-F45C087F693A}"/>
          </ac:spMkLst>
        </pc:spChg>
        <pc:spChg chg="del">
          <ac:chgData name="ALBERTO LILLO GARCÍA" userId="0d3015df-96a3-45b4-9caa-dceca3e4f515" providerId="ADAL" clId="{983CFBF0-021C-4D4B-8C99-0FFC1FF2AFDB}" dt="2026-03-03T00:15:55.765" v="2687" actId="478"/>
          <ac:spMkLst>
            <pc:docMk/>
            <pc:sldMk cId="2973241497" sldId="316"/>
            <ac:spMk id="3749" creationId="{D4A41C42-BA16-2DC2-E177-E514162C53D7}"/>
          </ac:spMkLst>
        </pc:spChg>
        <pc:picChg chg="add mod">
          <ac:chgData name="ALBERTO LILLO GARCÍA" userId="0d3015df-96a3-45b4-9caa-dceca3e4f515" providerId="ADAL" clId="{983CFBF0-021C-4D4B-8C99-0FFC1FF2AFDB}" dt="2026-03-03T00:16:16.100" v="2702" actId="1076"/>
          <ac:picMkLst>
            <pc:docMk/>
            <pc:sldMk cId="2973241497" sldId="316"/>
            <ac:picMk id="4" creationId="{64806B27-B95B-E493-7E01-64E7B3161E50}"/>
          </ac:picMkLst>
        </pc:picChg>
        <pc:picChg chg="add mod">
          <ac:chgData name="ALBERTO LILLO GARCÍA" userId="0d3015df-96a3-45b4-9caa-dceca3e4f515" providerId="ADAL" clId="{983CFBF0-021C-4D4B-8C99-0FFC1FF2AFDB}" dt="2026-03-03T00:16:12.835" v="2700" actId="1076"/>
          <ac:picMkLst>
            <pc:docMk/>
            <pc:sldMk cId="2973241497" sldId="316"/>
            <ac:picMk id="6" creationId="{D039F26F-EE57-6490-8B09-2421EF6CEF19}"/>
          </ac:picMkLst>
        </pc:picChg>
        <pc:picChg chg="mod">
          <ac:chgData name="ALBERTO LILLO GARCÍA" userId="0d3015df-96a3-45b4-9caa-dceca3e4f515" providerId="ADAL" clId="{983CFBF0-021C-4D4B-8C99-0FFC1FF2AFDB}" dt="2026-03-03T00:16:19.928" v="2703" actId="1076"/>
          <ac:picMkLst>
            <pc:docMk/>
            <pc:sldMk cId="2973241497" sldId="316"/>
            <ac:picMk id="9" creationId="{460F1593-C37D-A4C8-8B4F-A7FB3BC1E0C9}"/>
          </ac:picMkLst>
        </pc:picChg>
        <pc:picChg chg="del">
          <ac:chgData name="ALBERTO LILLO GARCÍA" userId="0d3015df-96a3-45b4-9caa-dceca3e4f515" providerId="ADAL" clId="{983CFBF0-021C-4D4B-8C99-0FFC1FF2AFDB}" dt="2026-03-03T00:13:30.026" v="2675" actId="478"/>
          <ac:picMkLst>
            <pc:docMk/>
            <pc:sldMk cId="2973241497" sldId="316"/>
            <ac:picMk id="13" creationId="{F2A82A3E-825C-43D8-E2A5-F43749D03E28}"/>
          </ac:picMkLst>
        </pc:picChg>
        <pc:picChg chg="mod">
          <ac:chgData name="ALBERTO LILLO GARCÍA" userId="0d3015df-96a3-45b4-9caa-dceca3e4f515" providerId="ADAL" clId="{983CFBF0-021C-4D4B-8C99-0FFC1FF2AFDB}" dt="2026-03-03T00:16:24.372" v="2705" actId="1076"/>
          <ac:picMkLst>
            <pc:docMk/>
            <pc:sldMk cId="2973241497" sldId="316"/>
            <ac:picMk id="15" creationId="{9BCA6236-FC80-1E21-1E1B-C8482CD86258}"/>
          </ac:picMkLst>
        </pc:picChg>
        <pc:picChg chg="del mod">
          <ac:chgData name="ALBERTO LILLO GARCÍA" userId="0d3015df-96a3-45b4-9caa-dceca3e4f515" providerId="ADAL" clId="{983CFBF0-021C-4D4B-8C99-0FFC1FF2AFDB}" dt="2026-03-03T00:14:26.306" v="2680" actId="478"/>
          <ac:picMkLst>
            <pc:docMk/>
            <pc:sldMk cId="2973241497" sldId="316"/>
            <ac:picMk id="17" creationId="{38685022-A63A-2610-3E0B-786DDACFD8EA}"/>
          </ac:picMkLst>
        </pc:picChg>
        <pc:picChg chg="del">
          <ac:chgData name="ALBERTO LILLO GARCÍA" userId="0d3015df-96a3-45b4-9caa-dceca3e4f515" providerId="ADAL" clId="{983CFBF0-021C-4D4B-8C99-0FFC1FF2AFDB}" dt="2026-03-03T00:14:27.006" v="2681" actId="478"/>
          <ac:picMkLst>
            <pc:docMk/>
            <pc:sldMk cId="2973241497" sldId="316"/>
            <ac:picMk id="19" creationId="{41FC7D19-EE02-E601-10DB-5F722D75991A}"/>
          </ac:picMkLst>
        </pc:picChg>
      </pc:sldChg>
      <pc:sldMasterChg chg="addSldLayout delSldLayout">
        <pc:chgData name="ALBERTO LILLO GARCÍA" userId="0d3015df-96a3-45b4-9caa-dceca3e4f515" providerId="ADAL" clId="{983CFBF0-021C-4D4B-8C99-0FFC1FF2AFDB}" dt="2026-03-03T00:12:38.548" v="2668" actId="47"/>
        <pc:sldMasterMkLst>
          <pc:docMk/>
          <pc:sldMasterMk cId="0" sldId="2147483671"/>
        </pc:sldMasterMkLst>
        <pc:sldLayoutChg chg="del">
          <pc:chgData name="ALBERTO LILLO GARCÍA" userId="0d3015df-96a3-45b4-9caa-dceca3e4f515" providerId="ADAL" clId="{983CFBF0-021C-4D4B-8C99-0FFC1FF2AFDB}" dt="2026-03-02T17:25:56.108" v="387" actId="47"/>
          <pc:sldLayoutMkLst>
            <pc:docMk/>
            <pc:sldMasterMk cId="0" sldId="2147483671"/>
            <pc:sldLayoutMk cId="0" sldId="2147483650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4.091" v="2663" actId="47"/>
          <pc:sldLayoutMkLst>
            <pc:docMk/>
            <pc:sldMasterMk cId="0" sldId="2147483671"/>
            <pc:sldLayoutMk cId="0" sldId="2147483652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3.129" v="2660" actId="47"/>
          <pc:sldLayoutMkLst>
            <pc:docMk/>
            <pc:sldMasterMk cId="0" sldId="2147483671"/>
            <pc:sldLayoutMk cId="0" sldId="2147483654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5.002" v="2664" actId="47"/>
          <pc:sldLayoutMkLst>
            <pc:docMk/>
            <pc:sldMasterMk cId="0" sldId="2147483671"/>
            <pc:sldLayoutMk cId="0" sldId="2147483655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6.398" v="2665" actId="47"/>
          <pc:sldLayoutMkLst>
            <pc:docMk/>
            <pc:sldMasterMk cId="0" sldId="2147483671"/>
            <pc:sldLayoutMk cId="0" sldId="2147483656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7.023" v="2666" actId="47"/>
          <pc:sldLayoutMkLst>
            <pc:docMk/>
            <pc:sldMasterMk cId="0" sldId="2147483671"/>
            <pc:sldLayoutMk cId="0" sldId="2147483657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8.548" v="2668" actId="47"/>
          <pc:sldLayoutMkLst>
            <pc:docMk/>
            <pc:sldMasterMk cId="0" sldId="2147483671"/>
            <pc:sldLayoutMk cId="0" sldId="2147483662"/>
          </pc:sldLayoutMkLst>
        </pc:sldLayoutChg>
        <pc:sldLayoutChg chg="del">
          <pc:chgData name="ALBERTO LILLO GARCÍA" userId="0d3015df-96a3-45b4-9caa-dceca3e4f515" providerId="ADAL" clId="{983CFBF0-021C-4D4B-8C99-0FFC1FF2AFDB}" dt="2026-03-03T00:12:32.151" v="2657" actId="47"/>
          <pc:sldLayoutMkLst>
            <pc:docMk/>
            <pc:sldMasterMk cId="0" sldId="2147483671"/>
            <pc:sldLayoutMk cId="0" sldId="2147483664"/>
          </pc:sldLayoutMkLst>
        </pc:sldLayoutChg>
        <pc:sldLayoutChg chg="add del">
          <pc:chgData name="ALBERTO LILLO GARCÍA" userId="0d3015df-96a3-45b4-9caa-dceca3e4f515" providerId="ADAL" clId="{983CFBF0-021C-4D4B-8C99-0FFC1FF2AFDB}" dt="2026-03-03T00:12:31.592" v="2656" actId="47"/>
          <pc:sldLayoutMkLst>
            <pc:docMk/>
            <pc:sldMasterMk cId="0" sldId="2147483671"/>
            <pc:sldLayoutMk cId="0" sldId="2147483665"/>
          </pc:sldLayoutMkLst>
        </pc:sldLayoutChg>
        <pc:sldLayoutChg chg="del">
          <pc:chgData name="ALBERTO LILLO GARCÍA" userId="0d3015df-96a3-45b4-9caa-dceca3e4f515" providerId="ADAL" clId="{983CFBF0-021C-4D4B-8C99-0FFC1FF2AFDB}" dt="2026-03-02T23:36:22.261" v="2269" actId="47"/>
          <pc:sldLayoutMkLst>
            <pc:docMk/>
            <pc:sldMasterMk cId="0" sldId="2147483671"/>
            <pc:sldLayoutMk cId="0" sldId="2147483666"/>
          </pc:sldLayoutMkLst>
        </pc:sldLayoutChg>
      </pc:sldMasterChg>
      <pc:sldMasterChg chg="add del addSldLayout delSldLayout">
        <pc:chgData name="ALBERTO LILLO GARCÍA" userId="0d3015df-96a3-45b4-9caa-dceca3e4f515" providerId="ADAL" clId="{983CFBF0-021C-4D4B-8C99-0FFC1FF2AFDB}" dt="2026-03-02T23:40:37.789" v="2335" actId="47"/>
        <pc:sldMasterMkLst>
          <pc:docMk/>
          <pc:sldMasterMk cId="0" sldId="2147483672"/>
        </pc:sldMasterMkLst>
        <pc:sldLayoutChg chg="add del">
          <pc:chgData name="ALBERTO LILLO GARCÍA" userId="0d3015df-96a3-45b4-9caa-dceca3e4f515" providerId="ADAL" clId="{983CFBF0-021C-4D4B-8C99-0FFC1FF2AFDB}" dt="2026-03-02T23:40:37.789" v="2335" actId="47"/>
          <pc:sldLayoutMkLst>
            <pc:docMk/>
            <pc:sldMasterMk cId="0" sldId="2147483672"/>
            <pc:sldLayoutMk cId="0" sldId="2147483669"/>
          </pc:sldLayoutMkLst>
        </pc:sldLayoutChg>
        <pc:sldLayoutChg chg="add del">
          <pc:chgData name="ALBERTO LILLO GARCÍA" userId="0d3015df-96a3-45b4-9caa-dceca3e4f515" providerId="ADAL" clId="{983CFBF0-021C-4D4B-8C99-0FFC1FF2AFDB}" dt="2026-03-02T23:40:14.741" v="2307" actId="47"/>
          <pc:sldLayoutMkLst>
            <pc:docMk/>
            <pc:sldMasterMk cId="0" sldId="2147483672"/>
            <pc:sldLayoutMk cId="0" sldId="2147483670"/>
          </pc:sldLayoutMkLst>
        </pc:sldLayoutChg>
      </pc:sldMasterChg>
      <pc:sldMasterChg chg="modSldLayout">
        <pc:chgData name="ALBERTO LILLO GARCÍA" userId="0d3015df-96a3-45b4-9caa-dceca3e4f515" providerId="ADAL" clId="{983CFBF0-021C-4D4B-8C99-0FFC1FF2AFDB}" dt="2026-03-02T23:43:27.632" v="2358"/>
        <pc:sldMasterMkLst>
          <pc:docMk/>
          <pc:sldMasterMk cId="362105967" sldId="2147483672"/>
        </pc:sldMasterMkLst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862103650" sldId="2147483684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862103650" sldId="2147483684"/>
              <ac:spMk id="1924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862103650" sldId="2147483684"/>
              <ac:grpSpMk id="1740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3767230870" sldId="2147483685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3767230870" sldId="2147483685"/>
              <ac:spMk id="381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3767230870" sldId="2147483685"/>
              <ac:grpSpMk id="197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3487155526" sldId="2147483686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3487155526" sldId="2147483686"/>
              <ac:spMk id="1136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3487155526" sldId="2147483686"/>
              <ac:grpSpMk id="952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3421958998" sldId="2147483687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3421958998" sldId="2147483687"/>
              <ac:spMk id="758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3421958998" sldId="2147483687"/>
              <ac:grpSpMk id="574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404989786" sldId="2147483688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404989786" sldId="2147483688"/>
              <ac:spMk id="2315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404989786" sldId="2147483688"/>
              <ac:grpSpMk id="213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204240164" sldId="2147483689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204240164" sldId="2147483689"/>
              <ac:spMk id="2123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204240164" sldId="2147483689"/>
              <ac:grpSpMk id="1939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975290794" sldId="2147483690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975290794" sldId="2147483690"/>
              <ac:spMk id="2511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975290794" sldId="2147483690"/>
              <ac:grpSpMk id="2327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13037547" sldId="2147483691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13037547" sldId="2147483691"/>
              <ac:spMk id="1735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13037547" sldId="2147483691"/>
              <ac:grpSpMk id="155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332306784" sldId="2147483692"/>
          </pc:sldLayoutMkLst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332306784" sldId="2147483692"/>
              <ac:grpSpMk id="1518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055739468" sldId="2147483693"/>
          </pc:sldLayoutMkLst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055739468" sldId="2147483693"/>
              <ac:grpSpMk id="1327" creationId="{00000000-0000-0000-0000-000000000000}"/>
            </ac:grpSpMkLst>
          </pc:gr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055739468" sldId="2147483693"/>
              <ac:grpSpMk id="151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695930543" sldId="2147483694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695930543" sldId="2147483694"/>
              <ac:spMk id="1324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695930543" sldId="2147483694"/>
              <ac:grpSpMk id="1140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311822401" sldId="2147483695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311822401" sldId="2147483695"/>
              <ac:spMk id="2710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311822401" sldId="2147483695"/>
              <ac:grpSpMk id="2526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529046360" sldId="2147483696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529046360" sldId="2147483696"/>
              <ac:spMk id="2898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529046360" sldId="2147483696"/>
              <ac:grpSpMk id="2714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27.632" v="2358"/>
          <pc:sldLayoutMkLst>
            <pc:docMk/>
            <pc:sldMasterMk cId="362105967" sldId="2147483672"/>
            <pc:sldLayoutMk cId="2778586831" sldId="2147483697"/>
          </pc:sldLayoutMkLst>
          <pc:spChg chg="add del">
            <ac:chgData name="ALBERTO LILLO GARCÍA" userId="0d3015df-96a3-45b4-9caa-dceca3e4f515" providerId="ADAL" clId="{983CFBF0-021C-4D4B-8C99-0FFC1FF2AFDB}" dt="2026-03-02T23:43:27.632" v="2358"/>
            <ac:spMkLst>
              <pc:docMk/>
              <pc:sldMasterMk cId="362105967" sldId="2147483672"/>
              <pc:sldLayoutMk cId="2778586831" sldId="2147483697"/>
              <ac:spMk id="3086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27.632" v="2358"/>
            <ac:grpSpMkLst>
              <pc:docMk/>
              <pc:sldMasterMk cId="362105967" sldId="2147483672"/>
              <pc:sldLayoutMk cId="2778586831" sldId="2147483697"/>
              <ac:grpSpMk id="2902" creationId="{00000000-0000-0000-0000-000000000000}"/>
            </ac:grpSpMkLst>
          </pc:grpChg>
        </pc:sldLayoutChg>
      </pc:sldMasterChg>
      <pc:sldMasterChg chg="modSldLayout">
        <pc:chgData name="ALBERTO LILLO GARCÍA" userId="0d3015df-96a3-45b4-9caa-dceca3e4f515" providerId="ADAL" clId="{983CFBF0-021C-4D4B-8C99-0FFC1FF2AFDB}" dt="2026-03-02T23:43:33.853" v="2360"/>
        <pc:sldMasterMkLst>
          <pc:docMk/>
          <pc:sldMasterMk cId="1430738917" sldId="2147483672"/>
        </pc:sldMasterMkLst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1600096709" sldId="2147483684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1600096709" sldId="2147483684"/>
              <ac:spMk id="1924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1600096709" sldId="2147483684"/>
              <ac:grpSpMk id="1740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3168664413" sldId="2147483685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3168664413" sldId="2147483685"/>
              <ac:spMk id="381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168664413" sldId="2147483685"/>
              <ac:grpSpMk id="197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3470198635" sldId="2147483686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3470198635" sldId="2147483686"/>
              <ac:spMk id="1136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470198635" sldId="2147483686"/>
              <ac:grpSpMk id="952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1429175376" sldId="2147483687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1429175376" sldId="2147483687"/>
              <ac:spMk id="758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1429175376" sldId="2147483687"/>
              <ac:grpSpMk id="574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289415291" sldId="2147483688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289415291" sldId="2147483688"/>
              <ac:spMk id="2315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289415291" sldId="2147483688"/>
              <ac:grpSpMk id="213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244215332" sldId="2147483689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244215332" sldId="2147483689"/>
              <ac:spMk id="2123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244215332" sldId="2147483689"/>
              <ac:grpSpMk id="1939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619151236" sldId="2147483690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619151236" sldId="2147483690"/>
              <ac:spMk id="2511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619151236" sldId="2147483690"/>
              <ac:grpSpMk id="2327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3437885451" sldId="2147483691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3437885451" sldId="2147483691"/>
              <ac:spMk id="1735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437885451" sldId="2147483691"/>
              <ac:grpSpMk id="155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2419463079" sldId="2147483692"/>
          </pc:sldLayoutMkLst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2419463079" sldId="2147483692"/>
              <ac:grpSpMk id="1518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3363491888" sldId="2147483693"/>
          </pc:sldLayoutMkLst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363491888" sldId="2147483693"/>
              <ac:grpSpMk id="1327" creationId="{00000000-0000-0000-0000-000000000000}"/>
            </ac:grpSpMkLst>
          </pc:gr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363491888" sldId="2147483693"/>
              <ac:grpSpMk id="151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2773614360" sldId="2147483694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2773614360" sldId="2147483694"/>
              <ac:spMk id="1324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2773614360" sldId="2147483694"/>
              <ac:grpSpMk id="1140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3876739572" sldId="2147483695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3876739572" sldId="2147483695"/>
              <ac:spMk id="2710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876739572" sldId="2147483695"/>
              <ac:grpSpMk id="2526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1357366084" sldId="2147483696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1357366084" sldId="2147483696"/>
              <ac:spMk id="2898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1357366084" sldId="2147483696"/>
              <ac:grpSpMk id="2714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23:43:33.853" v="2360"/>
          <pc:sldLayoutMkLst>
            <pc:docMk/>
            <pc:sldMasterMk cId="1430738917" sldId="2147483672"/>
            <pc:sldLayoutMk cId="3928985823" sldId="2147483697"/>
          </pc:sldLayoutMkLst>
          <pc:spChg chg="add del">
            <ac:chgData name="ALBERTO LILLO GARCÍA" userId="0d3015df-96a3-45b4-9caa-dceca3e4f515" providerId="ADAL" clId="{983CFBF0-021C-4D4B-8C99-0FFC1FF2AFDB}" dt="2026-03-02T23:43:33.853" v="2360"/>
            <ac:spMkLst>
              <pc:docMk/>
              <pc:sldMasterMk cId="1430738917" sldId="2147483672"/>
              <pc:sldLayoutMk cId="3928985823" sldId="2147483697"/>
              <ac:spMk id="3086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23:43:33.853" v="2360"/>
            <ac:grpSpMkLst>
              <pc:docMk/>
              <pc:sldMasterMk cId="1430738917" sldId="2147483672"/>
              <pc:sldLayoutMk cId="3928985823" sldId="2147483697"/>
              <ac:grpSpMk id="2902" creationId="{00000000-0000-0000-0000-000000000000}"/>
            </ac:grpSpMkLst>
          </pc:grpChg>
        </pc:sldLayoutChg>
      </pc:sldMasterChg>
      <pc:sldMasterChg chg="modSldLayout">
        <pc:chgData name="ALBERTO LILLO GARCÍA" userId="0d3015df-96a3-45b4-9caa-dceca3e4f515" providerId="ADAL" clId="{983CFBF0-021C-4D4B-8C99-0FFC1FF2AFDB}" dt="2026-03-02T19:11:47.439" v="953"/>
        <pc:sldMasterMkLst>
          <pc:docMk/>
          <pc:sldMasterMk cId="4190110511" sldId="2147483673"/>
        </pc:sldMasterMkLst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703268060" sldId="2147483685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703268060" sldId="2147483685"/>
              <ac:spMk id="1924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703268060" sldId="2147483685"/>
              <ac:grpSpMk id="1740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995414755" sldId="2147483686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995414755" sldId="2147483686"/>
              <ac:spMk id="381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995414755" sldId="2147483686"/>
              <ac:grpSpMk id="197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236121426" sldId="2147483687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236121426" sldId="2147483687"/>
              <ac:spMk id="1136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236121426" sldId="2147483687"/>
              <ac:grpSpMk id="952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4098935836" sldId="2147483688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4098935836" sldId="2147483688"/>
              <ac:spMk id="758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4098935836" sldId="2147483688"/>
              <ac:grpSpMk id="574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296081798" sldId="2147483689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296081798" sldId="2147483689"/>
              <ac:spMk id="2315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296081798" sldId="2147483689"/>
              <ac:grpSpMk id="213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089612618" sldId="2147483690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089612618" sldId="2147483690"/>
              <ac:spMk id="2511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089612618" sldId="2147483690"/>
              <ac:grpSpMk id="2327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93763905" sldId="2147483691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93763905" sldId="2147483691"/>
              <ac:spMk id="2123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93763905" sldId="2147483691"/>
              <ac:grpSpMk id="1939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2714369317" sldId="2147483692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2714369317" sldId="2147483692"/>
              <ac:spMk id="1735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2714369317" sldId="2147483692"/>
              <ac:grpSpMk id="155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1488574618" sldId="2147483693"/>
          </pc:sldLayoutMkLst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1488574618" sldId="2147483693"/>
              <ac:grpSpMk id="1518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2064641858" sldId="2147483694"/>
          </pc:sldLayoutMkLst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2064641858" sldId="2147483694"/>
              <ac:grpSpMk id="1327" creationId="{00000000-0000-0000-0000-000000000000}"/>
            </ac:grpSpMkLst>
          </pc:gr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2064641858" sldId="2147483694"/>
              <ac:grpSpMk id="151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125356633" sldId="2147483695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125356633" sldId="2147483695"/>
              <ac:spMk id="1324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125356633" sldId="2147483695"/>
              <ac:grpSpMk id="1140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4234394548" sldId="2147483696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4234394548" sldId="2147483696"/>
              <ac:spMk id="2710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4234394548" sldId="2147483696"/>
              <ac:grpSpMk id="2526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4128248377" sldId="2147483697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4128248377" sldId="2147483697"/>
              <ac:spMk id="3275" creationId="{00000000-0000-0000-0000-000000000000}"/>
            </ac:spMkLst>
          </pc:spChg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4128248377" sldId="2147483697"/>
              <ac:spMk id="3277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4128248377" sldId="2147483697"/>
              <ac:grpSpMk id="3091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3613032931" sldId="2147483698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3613032931" sldId="2147483698"/>
              <ac:spMk id="2898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3613032931" sldId="2147483698"/>
              <ac:grpSpMk id="2714" creationId="{00000000-0000-0000-0000-000000000000}"/>
            </ac:grpSpMkLst>
          </pc:grpChg>
        </pc:sldLayoutChg>
        <pc:sldLayoutChg chg="addSp delSp">
          <pc:chgData name="ALBERTO LILLO GARCÍA" userId="0d3015df-96a3-45b4-9caa-dceca3e4f515" providerId="ADAL" clId="{983CFBF0-021C-4D4B-8C99-0FFC1FF2AFDB}" dt="2026-03-02T19:11:47.439" v="953"/>
          <pc:sldLayoutMkLst>
            <pc:docMk/>
            <pc:sldMasterMk cId="4190110511" sldId="2147483673"/>
            <pc:sldLayoutMk cId="1207518253" sldId="2147483699"/>
          </pc:sldLayoutMkLst>
          <pc:spChg chg="add del">
            <ac:chgData name="ALBERTO LILLO GARCÍA" userId="0d3015df-96a3-45b4-9caa-dceca3e4f515" providerId="ADAL" clId="{983CFBF0-021C-4D4B-8C99-0FFC1FF2AFDB}" dt="2026-03-02T19:11:47.439" v="953"/>
            <ac:spMkLst>
              <pc:docMk/>
              <pc:sldMasterMk cId="4190110511" sldId="2147483673"/>
              <pc:sldLayoutMk cId="1207518253" sldId="2147483699"/>
              <ac:spMk id="3086" creationId="{00000000-0000-0000-0000-000000000000}"/>
            </ac:spMkLst>
          </pc:spChg>
          <pc:grpChg chg="add del">
            <ac:chgData name="ALBERTO LILLO GARCÍA" userId="0d3015df-96a3-45b4-9caa-dceca3e4f515" providerId="ADAL" clId="{983CFBF0-021C-4D4B-8C99-0FFC1FF2AFDB}" dt="2026-03-02T19:11:47.439" v="953"/>
            <ac:grpSpMkLst>
              <pc:docMk/>
              <pc:sldMasterMk cId="4190110511" sldId="2147483673"/>
              <pc:sldLayoutMk cId="1207518253" sldId="2147483699"/>
              <ac:grpSpMk id="2902" creationId="{00000000-0000-0000-0000-000000000000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bertolg384/DW-Transfermarkt/blob/main/ddl_dwh_schema.sq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gcfbe2fa2a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9" name="Google Shape;3659;gcfbe2fa2a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9" name="Google Shape;3719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0" name="Google Shape;3720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g1069f1227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7" name="Google Shape;3737;g1069f12275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gda75c58848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7" name="Google Shape;3747;gda75c58848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Palabras clave: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DW, </a:t>
            </a:r>
            <a:r>
              <a:rPr lang="es-ES" dirty="0" err="1"/>
              <a:t>OpenDATA</a:t>
            </a:r>
            <a:r>
              <a:rPr lang="es-ES" dirty="0"/>
              <a:t>, ETL, Visualización de Datos y Data </a:t>
            </a:r>
            <a:r>
              <a:rPr lang="es-ES" dirty="0" err="1"/>
              <a:t>Mining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1">
          <a:extLst>
            <a:ext uri="{FF2B5EF4-FFF2-40B4-BE49-F238E27FC236}">
              <a16:creationId xmlns:a16="http://schemas.microsoft.com/office/drawing/2014/main" id="{25332501-D59A-52E4-86CA-1A5AEB1D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2" name="Google Shape;3752;g103250383d0_0_0:notes">
            <a:extLst>
              <a:ext uri="{FF2B5EF4-FFF2-40B4-BE49-F238E27FC236}">
                <a16:creationId xmlns:a16="http://schemas.microsoft.com/office/drawing/2014/main" id="{358E29CF-FCAA-F2F9-AFBA-558083404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3" name="Google Shape;3753;g103250383d0_0_0:notes">
            <a:extLst>
              <a:ext uri="{FF2B5EF4-FFF2-40B4-BE49-F238E27FC236}">
                <a16:creationId xmlns:a16="http://schemas.microsoft.com/office/drawing/2014/main" id="{4B1D9090-69E2-7B89-76AC-1287D6C66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Nº</a:t>
            </a:r>
            <a:r>
              <a:rPr lang="es-ES" dirty="0"/>
              <a:t> Registros y Fecha Comprendida.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2477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5">
          <a:extLst>
            <a:ext uri="{FF2B5EF4-FFF2-40B4-BE49-F238E27FC236}">
              <a16:creationId xmlns:a16="http://schemas.microsoft.com/office/drawing/2014/main" id="{6A17E710-B8A5-9604-A61F-74C9F318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g1069f122751_0_1:notes">
            <a:extLst>
              <a:ext uri="{FF2B5EF4-FFF2-40B4-BE49-F238E27FC236}">
                <a16:creationId xmlns:a16="http://schemas.microsoft.com/office/drawing/2014/main" id="{F39EFEF7-C786-29DD-F6A5-89709A4537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7" name="Google Shape;3737;g1069f122751_0_1:notes">
            <a:extLst>
              <a:ext uri="{FF2B5EF4-FFF2-40B4-BE49-F238E27FC236}">
                <a16:creationId xmlns:a16="http://schemas.microsoft.com/office/drawing/2014/main" id="{02A7D592-1099-A4A9-B2E7-42BC57324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376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6">
          <a:extLst>
            <a:ext uri="{FF2B5EF4-FFF2-40B4-BE49-F238E27FC236}">
              <a16:creationId xmlns:a16="http://schemas.microsoft.com/office/drawing/2014/main" id="{32E781FE-B20B-28CA-E283-EE125AB9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g103250383d0_0_67:notes">
            <a:extLst>
              <a:ext uri="{FF2B5EF4-FFF2-40B4-BE49-F238E27FC236}">
                <a16:creationId xmlns:a16="http://schemas.microsoft.com/office/drawing/2014/main" id="{487BF040-F520-2C7D-EA05-5EC1A19E1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8" name="Google Shape;3818;g103250383d0_0_67:notes">
            <a:extLst>
              <a:ext uri="{FF2B5EF4-FFF2-40B4-BE49-F238E27FC236}">
                <a16:creationId xmlns:a16="http://schemas.microsoft.com/office/drawing/2014/main" id="{813694CE-4A82-73D1-ECAF-2F66EF2F1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321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5">
          <a:extLst>
            <a:ext uri="{FF2B5EF4-FFF2-40B4-BE49-F238E27FC236}">
              <a16:creationId xmlns:a16="http://schemas.microsoft.com/office/drawing/2014/main" id="{FCD8B2B0-675F-792B-D74F-C643179F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gda75c58848_0_361:notes">
            <a:extLst>
              <a:ext uri="{FF2B5EF4-FFF2-40B4-BE49-F238E27FC236}">
                <a16:creationId xmlns:a16="http://schemas.microsoft.com/office/drawing/2014/main" id="{31E57212-35E6-1E2A-CA44-01105DD25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7" name="Google Shape;3747;gda75c58848_0_361:notes">
            <a:extLst>
              <a:ext uri="{FF2B5EF4-FFF2-40B4-BE49-F238E27FC236}">
                <a16:creationId xmlns:a16="http://schemas.microsoft.com/office/drawing/2014/main" id="{E3964EEE-24F4-FEE8-98E6-BD53A0471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764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5">
          <a:extLst>
            <a:ext uri="{FF2B5EF4-FFF2-40B4-BE49-F238E27FC236}">
              <a16:creationId xmlns:a16="http://schemas.microsoft.com/office/drawing/2014/main" id="{45F22ABA-6494-B65E-D3E0-67736533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gda75c58848_0_361:notes">
            <a:extLst>
              <a:ext uri="{FF2B5EF4-FFF2-40B4-BE49-F238E27FC236}">
                <a16:creationId xmlns:a16="http://schemas.microsoft.com/office/drawing/2014/main" id="{B9FDE34A-BF80-2969-46D3-F1C29D879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7" name="Google Shape;3747;gda75c58848_0_361:notes">
            <a:extLst>
              <a:ext uri="{FF2B5EF4-FFF2-40B4-BE49-F238E27FC236}">
                <a16:creationId xmlns:a16="http://schemas.microsoft.com/office/drawing/2014/main" id="{30AD97D6-EDD0-FC9C-7296-748DF77B6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Palabras clave:</a:t>
            </a:r>
            <a:br>
              <a:rPr lang="es-ES" dirty="0"/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D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efinición del esquema de la base de datos denominado </a:t>
            </a:r>
            <a:r>
              <a:rPr lang="es-ES" sz="1100" b="1" i="1" u="sng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ddl_dwh_schema.sql</a:t>
            </a:r>
            <a:r>
              <a:rPr lang="es-ES" sz="1100" b="1" i="1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PostgreSQL.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1100" b="0" i="1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 manera paralela, se realizó el diseño y codificación del pipeline </a:t>
            </a:r>
            <a:r>
              <a:rPr lang="es-ES" sz="1100" b="1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ETL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utilizando el lenguaje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0486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6">
          <a:extLst>
            <a:ext uri="{FF2B5EF4-FFF2-40B4-BE49-F238E27FC236}">
              <a16:creationId xmlns:a16="http://schemas.microsoft.com/office/drawing/2014/main" id="{B77A6A42-305A-C41B-8534-4979FBD4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g103250383d0_0_67:notes">
            <a:extLst>
              <a:ext uri="{FF2B5EF4-FFF2-40B4-BE49-F238E27FC236}">
                <a16:creationId xmlns:a16="http://schemas.microsoft.com/office/drawing/2014/main" id="{E79F12F9-4A01-DA27-5491-31ADE3F03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8" name="Google Shape;3818;g103250383d0_0_67:notes">
            <a:extLst>
              <a:ext uri="{FF2B5EF4-FFF2-40B4-BE49-F238E27FC236}">
                <a16:creationId xmlns:a16="http://schemas.microsoft.com/office/drawing/2014/main" id="{0DCA43E0-1E8B-D623-AD13-37EC947B2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435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6">
          <a:extLst>
            <a:ext uri="{FF2B5EF4-FFF2-40B4-BE49-F238E27FC236}">
              <a16:creationId xmlns:a16="http://schemas.microsoft.com/office/drawing/2014/main" id="{5570A2C4-CAE8-F0BC-DD57-D26E0985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g103250383d0_0_67:notes">
            <a:extLst>
              <a:ext uri="{FF2B5EF4-FFF2-40B4-BE49-F238E27FC236}">
                <a16:creationId xmlns:a16="http://schemas.microsoft.com/office/drawing/2014/main" id="{C5E022BC-BB23-CEA5-5CB2-197289471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8" name="Google Shape;3818;g103250383d0_0_67:notes">
            <a:extLst>
              <a:ext uri="{FF2B5EF4-FFF2-40B4-BE49-F238E27FC236}">
                <a16:creationId xmlns:a16="http://schemas.microsoft.com/office/drawing/2014/main" id="{3A3FE7EC-0FD7-3387-43D9-BF9191C2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Palabra Clave: Registros Centinelas.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0886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6">
          <a:extLst>
            <a:ext uri="{FF2B5EF4-FFF2-40B4-BE49-F238E27FC236}">
              <a16:creationId xmlns:a16="http://schemas.microsoft.com/office/drawing/2014/main" id="{82370F28-B837-5479-0349-EED69B05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7" name="Google Shape;3817;g103250383d0_0_67:notes">
            <a:extLst>
              <a:ext uri="{FF2B5EF4-FFF2-40B4-BE49-F238E27FC236}">
                <a16:creationId xmlns:a16="http://schemas.microsoft.com/office/drawing/2014/main" id="{89C8C66A-9F54-1CB5-8E77-F6A29EA6C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8" name="Google Shape;3818;g103250383d0_0_67:notes">
            <a:extLst>
              <a:ext uri="{FF2B5EF4-FFF2-40B4-BE49-F238E27FC236}">
                <a16:creationId xmlns:a16="http://schemas.microsoft.com/office/drawing/2014/main" id="{A5367CE7-5DAF-5B90-2051-00312F522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Palabra Clave: RESULTADO, FRENTE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821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5">
          <a:extLst>
            <a:ext uri="{FF2B5EF4-FFF2-40B4-BE49-F238E27FC236}">
              <a16:creationId xmlns:a16="http://schemas.microsoft.com/office/drawing/2014/main" id="{D536675E-CE10-762A-88D3-844EE297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g1069f122751_0_1:notes">
            <a:extLst>
              <a:ext uri="{FF2B5EF4-FFF2-40B4-BE49-F238E27FC236}">
                <a16:creationId xmlns:a16="http://schemas.microsoft.com/office/drawing/2014/main" id="{2D15FEDD-7A2D-0B19-9E3F-6573E1A6D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7" name="Google Shape;3737;g1069f122751_0_1:notes">
            <a:extLst>
              <a:ext uri="{FF2B5EF4-FFF2-40B4-BE49-F238E27FC236}">
                <a16:creationId xmlns:a16="http://schemas.microsoft.com/office/drawing/2014/main" id="{1B1D823D-01E7-74F2-21FF-D55F27AC5E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535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7">
          <a:extLst>
            <a:ext uri="{FF2B5EF4-FFF2-40B4-BE49-F238E27FC236}">
              <a16:creationId xmlns:a16="http://schemas.microsoft.com/office/drawing/2014/main" id="{7D5E5B6F-4DEA-62CB-D62F-00DFBE23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g103250383d0_0_121:notes">
            <a:extLst>
              <a:ext uri="{FF2B5EF4-FFF2-40B4-BE49-F238E27FC236}">
                <a16:creationId xmlns:a16="http://schemas.microsoft.com/office/drawing/2014/main" id="{EB68A7AC-F54E-5AEF-D1F9-965BF3ACE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9" name="Google Shape;3849;g103250383d0_0_121:notes">
            <a:extLst>
              <a:ext uri="{FF2B5EF4-FFF2-40B4-BE49-F238E27FC236}">
                <a16:creationId xmlns:a16="http://schemas.microsoft.com/office/drawing/2014/main" id="{F14396ED-9CC4-C100-B77C-128546394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391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5">
          <a:extLst>
            <a:ext uri="{FF2B5EF4-FFF2-40B4-BE49-F238E27FC236}">
              <a16:creationId xmlns:a16="http://schemas.microsoft.com/office/drawing/2014/main" id="{E7EE0D2E-E40E-4A23-4D8F-36636B7D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g1069f122751_0_1:notes">
            <a:extLst>
              <a:ext uri="{FF2B5EF4-FFF2-40B4-BE49-F238E27FC236}">
                <a16:creationId xmlns:a16="http://schemas.microsoft.com/office/drawing/2014/main" id="{A5D63303-9C7C-0397-D0F8-442515E45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7" name="Google Shape;3737;g1069f122751_0_1:notes">
            <a:extLst>
              <a:ext uri="{FF2B5EF4-FFF2-40B4-BE49-F238E27FC236}">
                <a16:creationId xmlns:a16="http://schemas.microsoft.com/office/drawing/2014/main" id="{24E4D991-57F0-2937-4E94-38542E971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048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g103250383d0_0_1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3" name="Google Shape;4863;g103250383d0_0_17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1">
          <a:extLst>
            <a:ext uri="{FF2B5EF4-FFF2-40B4-BE49-F238E27FC236}">
              <a16:creationId xmlns:a16="http://schemas.microsoft.com/office/drawing/2014/main" id="{C81D19DB-023F-D554-241C-25B44485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g103250383d0_0_1741:notes">
            <a:extLst>
              <a:ext uri="{FF2B5EF4-FFF2-40B4-BE49-F238E27FC236}">
                <a16:creationId xmlns:a16="http://schemas.microsoft.com/office/drawing/2014/main" id="{107EF9E8-7803-FD9F-FE69-42E42E159D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3" name="Google Shape;4863;g103250383d0_0_1741:notes">
            <a:extLst>
              <a:ext uri="{FF2B5EF4-FFF2-40B4-BE49-F238E27FC236}">
                <a16:creationId xmlns:a16="http://schemas.microsoft.com/office/drawing/2014/main" id="{97FC8AD7-5BCD-2964-48E5-A48EB852F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74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1">
          <a:extLst>
            <a:ext uri="{FF2B5EF4-FFF2-40B4-BE49-F238E27FC236}">
              <a16:creationId xmlns:a16="http://schemas.microsoft.com/office/drawing/2014/main" id="{D5BDD933-61E0-F7C9-5C24-53595585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g103250383d0_0_1741:notes">
            <a:extLst>
              <a:ext uri="{FF2B5EF4-FFF2-40B4-BE49-F238E27FC236}">
                <a16:creationId xmlns:a16="http://schemas.microsoft.com/office/drawing/2014/main" id="{53A42895-4A07-9F63-9042-3B0482842F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3" name="Google Shape;4863;g103250383d0_0_1741:notes">
            <a:extLst>
              <a:ext uri="{FF2B5EF4-FFF2-40B4-BE49-F238E27FC236}">
                <a16:creationId xmlns:a16="http://schemas.microsoft.com/office/drawing/2014/main" id="{87746704-D5AF-C348-24E1-5B8987169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077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1">
          <a:extLst>
            <a:ext uri="{FF2B5EF4-FFF2-40B4-BE49-F238E27FC236}">
              <a16:creationId xmlns:a16="http://schemas.microsoft.com/office/drawing/2014/main" id="{7AA9305F-AC93-18B1-F12C-55ACFB98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g103250383d0_0_1741:notes">
            <a:extLst>
              <a:ext uri="{FF2B5EF4-FFF2-40B4-BE49-F238E27FC236}">
                <a16:creationId xmlns:a16="http://schemas.microsoft.com/office/drawing/2014/main" id="{E66F4728-A5DA-3A81-84D1-79A7828C2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3" name="Google Shape;4863;g103250383d0_0_1741:notes">
            <a:extLst>
              <a:ext uri="{FF2B5EF4-FFF2-40B4-BE49-F238E27FC236}">
                <a16:creationId xmlns:a16="http://schemas.microsoft.com/office/drawing/2014/main" id="{0023F3B9-BFB8-47A1-04F4-E0DBEF47F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703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1">
          <a:extLst>
            <a:ext uri="{FF2B5EF4-FFF2-40B4-BE49-F238E27FC236}">
              <a16:creationId xmlns:a16="http://schemas.microsoft.com/office/drawing/2014/main" id="{E4544218-7EF8-01D4-A92C-FAA1721F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2" name="Google Shape;4862;g103250383d0_0_1741:notes">
            <a:extLst>
              <a:ext uri="{FF2B5EF4-FFF2-40B4-BE49-F238E27FC236}">
                <a16:creationId xmlns:a16="http://schemas.microsoft.com/office/drawing/2014/main" id="{25E4206D-BA19-4325-D7AC-60A0B65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3" name="Google Shape;4863;g103250383d0_0_1741:notes">
            <a:extLst>
              <a:ext uri="{FF2B5EF4-FFF2-40B4-BE49-F238E27FC236}">
                <a16:creationId xmlns:a16="http://schemas.microsoft.com/office/drawing/2014/main" id="{9A0EBF44-575D-7A51-6BC1-67AA6C81D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1712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5">
          <a:extLst>
            <a:ext uri="{FF2B5EF4-FFF2-40B4-BE49-F238E27FC236}">
              <a16:creationId xmlns:a16="http://schemas.microsoft.com/office/drawing/2014/main" id="{9D9CF9D8-D86F-D030-1609-DA9D2D40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6" name="Google Shape;3736;g1069f122751_0_1:notes">
            <a:extLst>
              <a:ext uri="{FF2B5EF4-FFF2-40B4-BE49-F238E27FC236}">
                <a16:creationId xmlns:a16="http://schemas.microsoft.com/office/drawing/2014/main" id="{DBFC34B5-592F-9DFD-F0AA-06B2231ED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7" name="Google Shape;3737;g1069f122751_0_1:notes">
            <a:extLst>
              <a:ext uri="{FF2B5EF4-FFF2-40B4-BE49-F238E27FC236}">
                <a16:creationId xmlns:a16="http://schemas.microsoft.com/office/drawing/2014/main" id="{2CEC73E5-8DF0-1417-9FE5-EDFEF3747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122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5">
          <a:extLst>
            <a:ext uri="{FF2B5EF4-FFF2-40B4-BE49-F238E27FC236}">
              <a16:creationId xmlns:a16="http://schemas.microsoft.com/office/drawing/2014/main" id="{E7FD99D9-B998-D625-1E01-1E736E57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6" name="Google Shape;3746;gda75c58848_0_361:notes">
            <a:extLst>
              <a:ext uri="{FF2B5EF4-FFF2-40B4-BE49-F238E27FC236}">
                <a16:creationId xmlns:a16="http://schemas.microsoft.com/office/drawing/2014/main" id="{51A9C0B8-5130-2A65-9DFB-9A2F0A13F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7" name="Google Shape;3747;gda75c58848_0_361:notes">
            <a:extLst>
              <a:ext uri="{FF2B5EF4-FFF2-40B4-BE49-F238E27FC236}">
                <a16:creationId xmlns:a16="http://schemas.microsoft.com/office/drawing/2014/main" id="{BBF270EC-C61D-B54F-7DDF-501C4493BD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Palabras clave: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i="1" dirty="0"/>
              <a:t>DW, ETL, OLAP </a:t>
            </a:r>
            <a:r>
              <a:rPr lang="es-ES" i="1"/>
              <a:t>y INSIGHTS.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34326226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Google Shape;4355;g103250383d0_0_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6" name="Google Shape;4356;g103250383d0_0_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1;p2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2"/>
            <p:cNvCxnSpPr>
              <a:stCxn id="12" idx="1"/>
              <a:endCxn id="21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>
              <a:stCxn id="11" idx="2"/>
              <a:endCxn id="21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>
              <a:stCxn id="11" idx="1"/>
              <a:endCxn id="24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>
              <a:stCxn id="12" idx="2"/>
              <a:endCxn id="26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>
              <a:stCxn id="14" idx="1"/>
              <a:endCxn id="28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>
              <a:stCxn id="13" idx="2"/>
              <a:endCxn id="28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>
              <a:stCxn id="13" idx="1"/>
              <a:endCxn id="31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>
              <a:stCxn id="14" idx="2"/>
              <a:endCxn id="24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>
              <a:stCxn id="16" idx="1"/>
              <a:endCxn id="34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>
              <a:stCxn id="15" idx="2"/>
              <a:endCxn id="34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2"/>
            <p:cNvCxnSpPr>
              <a:stCxn id="15" idx="1"/>
              <a:endCxn id="37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>
              <a:stCxn id="16" idx="2"/>
              <a:endCxn id="31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39;p2"/>
            <p:cNvCxnSpPr>
              <a:stCxn id="18" idx="1"/>
              <a:endCxn id="40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>
              <a:stCxn id="17" idx="2"/>
              <a:endCxn id="40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>
              <a:stCxn id="17" idx="1"/>
              <a:endCxn id="43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2"/>
            <p:cNvCxnSpPr>
              <a:stCxn id="18" idx="2"/>
              <a:endCxn id="37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>
              <a:stCxn id="19" idx="2"/>
              <a:endCxn id="43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>
              <a:stCxn id="19" idx="1"/>
              <a:endCxn id="47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21;p2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8" name="Google Shape;48;p2"/>
            <p:cNvCxnSpPr>
              <a:stCxn id="26" idx="3"/>
              <a:endCxn id="47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49;p2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" name="Google Shape;50;p2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" name="Google Shape;59;p2"/>
            <p:cNvCxnSpPr>
              <a:stCxn id="51" idx="1"/>
              <a:endCxn id="60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2"/>
            <p:cNvCxnSpPr>
              <a:stCxn id="50" idx="2"/>
              <a:endCxn id="60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2"/>
            <p:cNvCxnSpPr>
              <a:stCxn id="50" idx="1"/>
              <a:endCxn id="63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2"/>
            <p:cNvCxnSpPr>
              <a:stCxn id="51" idx="2"/>
              <a:endCxn id="65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2"/>
            <p:cNvCxnSpPr>
              <a:stCxn id="53" idx="1"/>
              <a:endCxn id="67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2"/>
            <p:cNvCxnSpPr>
              <a:stCxn id="52" idx="2"/>
              <a:endCxn id="67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2"/>
            <p:cNvCxnSpPr>
              <a:stCxn id="52" idx="1"/>
              <a:endCxn id="70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2"/>
            <p:cNvCxnSpPr>
              <a:stCxn id="53" idx="2"/>
              <a:endCxn id="63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2"/>
            <p:cNvCxnSpPr>
              <a:stCxn id="55" idx="1"/>
              <a:endCxn id="73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2"/>
            <p:cNvCxnSpPr>
              <a:stCxn id="54" idx="2"/>
              <a:endCxn id="73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2"/>
            <p:cNvCxnSpPr>
              <a:stCxn id="54" idx="1"/>
              <a:endCxn id="76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2"/>
            <p:cNvCxnSpPr>
              <a:stCxn id="55" idx="2"/>
              <a:endCxn id="70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2"/>
            <p:cNvCxnSpPr>
              <a:stCxn id="57" idx="1"/>
              <a:endCxn id="79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2"/>
            <p:cNvCxnSpPr>
              <a:stCxn id="56" idx="2"/>
              <a:endCxn id="79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2"/>
            <p:cNvCxnSpPr>
              <a:stCxn id="56" idx="1"/>
              <a:endCxn id="82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2"/>
            <p:cNvCxnSpPr>
              <a:stCxn id="57" idx="2"/>
              <a:endCxn id="76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2"/>
            <p:cNvCxnSpPr>
              <a:stCxn id="58" idx="2"/>
              <a:endCxn id="82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Google Shape;85;p2"/>
            <p:cNvCxnSpPr>
              <a:stCxn id="58" idx="1"/>
              <a:endCxn id="86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7" name="Google Shape;87;p2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60" name="Google Shape;60;p2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8" name="Google Shape;88;p2"/>
            <p:cNvCxnSpPr>
              <a:stCxn id="65" idx="3"/>
              <a:endCxn id="86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89;p2"/>
            <p:cNvCxnSpPr>
              <a:stCxn id="51" idx="5"/>
              <a:endCxn id="21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2"/>
            <p:cNvCxnSpPr>
              <a:stCxn id="50" idx="4"/>
              <a:endCxn id="21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2"/>
            <p:cNvCxnSpPr>
              <a:stCxn id="50" idx="5"/>
              <a:endCxn id="24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2"/>
            <p:cNvCxnSpPr>
              <a:stCxn id="51" idx="4"/>
              <a:endCxn id="26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2"/>
            <p:cNvCxnSpPr>
              <a:stCxn id="53" idx="5"/>
              <a:endCxn id="28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2"/>
            <p:cNvCxnSpPr>
              <a:stCxn id="52" idx="4"/>
              <a:endCxn id="28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2"/>
            <p:cNvCxnSpPr>
              <a:stCxn id="52" idx="5"/>
              <a:endCxn id="31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2"/>
            <p:cNvCxnSpPr>
              <a:stCxn id="53" idx="4"/>
              <a:endCxn id="24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2"/>
            <p:cNvCxnSpPr>
              <a:stCxn id="55" idx="5"/>
              <a:endCxn id="34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2"/>
            <p:cNvCxnSpPr>
              <a:stCxn id="54" idx="4"/>
              <a:endCxn id="34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2"/>
            <p:cNvCxnSpPr>
              <a:stCxn id="54" idx="5"/>
              <a:endCxn id="37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2"/>
            <p:cNvCxnSpPr>
              <a:stCxn id="55" idx="4"/>
              <a:endCxn id="31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2"/>
            <p:cNvCxnSpPr>
              <a:stCxn id="57" idx="5"/>
              <a:endCxn id="40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2"/>
            <p:cNvCxnSpPr>
              <a:stCxn id="56" idx="4"/>
              <a:endCxn id="40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2"/>
            <p:cNvCxnSpPr>
              <a:stCxn id="56" idx="5"/>
              <a:endCxn id="43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2"/>
            <p:cNvCxnSpPr>
              <a:stCxn id="57" idx="4"/>
              <a:endCxn id="37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2"/>
            <p:cNvCxnSpPr>
              <a:stCxn id="58" idx="4"/>
              <a:endCxn id="43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2"/>
            <p:cNvCxnSpPr>
              <a:stCxn id="58" idx="5"/>
              <a:endCxn id="47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2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8" name="Google Shape;108;p2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2"/>
            <p:cNvCxnSpPr>
              <a:stCxn id="109" idx="1"/>
              <a:endCxn id="118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>
              <a:stCxn id="108" idx="2"/>
              <a:endCxn id="118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>
              <a:stCxn id="108" idx="1"/>
              <a:endCxn id="121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>
              <a:stCxn id="109" idx="2"/>
              <a:endCxn id="123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2"/>
            <p:cNvCxnSpPr>
              <a:stCxn id="111" idx="1"/>
              <a:endCxn id="125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2"/>
            <p:cNvCxnSpPr>
              <a:stCxn id="110" idx="2"/>
              <a:endCxn id="125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Google Shape;127;p2"/>
            <p:cNvCxnSpPr>
              <a:stCxn id="110" idx="1"/>
              <a:endCxn id="128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2"/>
            <p:cNvCxnSpPr>
              <a:stCxn id="111" idx="2"/>
              <a:endCxn id="121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p2"/>
            <p:cNvCxnSpPr>
              <a:stCxn id="113" idx="1"/>
              <a:endCxn id="131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2"/>
            <p:cNvCxnSpPr>
              <a:stCxn id="112" idx="2"/>
              <a:endCxn id="131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133;p2"/>
            <p:cNvCxnSpPr>
              <a:stCxn id="112" idx="1"/>
              <a:endCxn id="134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p2"/>
            <p:cNvCxnSpPr>
              <a:stCxn id="113" idx="2"/>
              <a:endCxn id="128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2"/>
            <p:cNvCxnSpPr>
              <a:stCxn id="115" idx="1"/>
              <a:endCxn id="137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2"/>
            <p:cNvCxnSpPr>
              <a:stCxn id="114" idx="2"/>
              <a:endCxn id="137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" name="Google Shape;139;p2"/>
            <p:cNvCxnSpPr>
              <a:stCxn id="114" idx="1"/>
              <a:endCxn id="140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2"/>
            <p:cNvCxnSpPr>
              <a:stCxn id="115" idx="2"/>
              <a:endCxn id="134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2"/>
            <p:cNvCxnSpPr>
              <a:stCxn id="116" idx="2"/>
              <a:endCxn id="140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2"/>
            <p:cNvCxnSpPr>
              <a:stCxn id="116" idx="1"/>
              <a:endCxn id="144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" name="Google Shape;118;p2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5" name="Google Shape;145;p2"/>
            <p:cNvCxnSpPr>
              <a:stCxn id="123" idx="3"/>
              <a:endCxn id="144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2"/>
            <p:cNvCxnSpPr>
              <a:stCxn id="109" idx="5"/>
              <a:endCxn id="60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2"/>
            <p:cNvCxnSpPr>
              <a:stCxn id="108" idx="4"/>
              <a:endCxn id="60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2"/>
            <p:cNvCxnSpPr>
              <a:stCxn id="108" idx="5"/>
              <a:endCxn id="63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2"/>
            <p:cNvCxnSpPr>
              <a:stCxn id="109" idx="4"/>
              <a:endCxn id="65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2"/>
            <p:cNvCxnSpPr>
              <a:stCxn id="111" idx="5"/>
              <a:endCxn id="67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2"/>
            <p:cNvCxnSpPr>
              <a:stCxn id="110" idx="4"/>
              <a:endCxn id="67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2"/>
            <p:cNvCxnSpPr>
              <a:stCxn id="110" idx="5"/>
              <a:endCxn id="70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2"/>
            <p:cNvCxnSpPr>
              <a:stCxn id="111" idx="4"/>
              <a:endCxn id="63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" name="Google Shape;154;p2"/>
            <p:cNvCxnSpPr>
              <a:stCxn id="113" idx="5"/>
              <a:endCxn id="73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2"/>
            <p:cNvCxnSpPr>
              <a:stCxn id="112" idx="4"/>
              <a:endCxn id="73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2"/>
            <p:cNvCxnSpPr>
              <a:stCxn id="112" idx="5"/>
              <a:endCxn id="76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2"/>
            <p:cNvCxnSpPr>
              <a:stCxn id="113" idx="4"/>
              <a:endCxn id="70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2"/>
            <p:cNvCxnSpPr>
              <a:stCxn id="115" idx="5"/>
              <a:endCxn id="79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p2"/>
            <p:cNvCxnSpPr>
              <a:stCxn id="114" idx="4"/>
              <a:endCxn id="79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Google Shape;160;p2"/>
            <p:cNvCxnSpPr>
              <a:stCxn id="114" idx="5"/>
              <a:endCxn id="82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p2"/>
            <p:cNvCxnSpPr>
              <a:stCxn id="115" idx="4"/>
              <a:endCxn id="76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p2"/>
            <p:cNvCxnSpPr>
              <a:stCxn id="116" idx="4"/>
              <a:endCxn id="82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2"/>
            <p:cNvCxnSpPr>
              <a:stCxn id="116" idx="5"/>
              <a:endCxn id="86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4" name="Google Shape;164;p2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4" name="Google Shape;174;p2"/>
            <p:cNvCxnSpPr>
              <a:stCxn id="165" idx="3"/>
              <a:endCxn id="173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"/>
            <p:cNvCxnSpPr>
              <a:stCxn id="12" idx="5"/>
              <a:endCxn id="164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"/>
            <p:cNvCxnSpPr>
              <a:stCxn id="11" idx="4"/>
              <a:endCxn id="164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"/>
            <p:cNvCxnSpPr>
              <a:stCxn id="11" idx="5"/>
              <a:endCxn id="167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2"/>
            <p:cNvCxnSpPr>
              <a:stCxn id="12" idx="4"/>
              <a:endCxn id="165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"/>
            <p:cNvCxnSpPr>
              <a:stCxn id="14" idx="5"/>
              <a:endCxn id="166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"/>
            <p:cNvCxnSpPr>
              <a:stCxn id="13" idx="4"/>
              <a:endCxn id="166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"/>
            <p:cNvCxnSpPr>
              <a:stCxn id="13" idx="5"/>
              <a:endCxn id="169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"/>
            <p:cNvCxnSpPr>
              <a:stCxn id="14" idx="4"/>
              <a:endCxn id="167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"/>
            <p:cNvCxnSpPr>
              <a:stCxn id="16" idx="5"/>
              <a:endCxn id="168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"/>
            <p:cNvCxnSpPr>
              <a:stCxn id="15" idx="4"/>
              <a:endCxn id="168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2"/>
            <p:cNvCxnSpPr>
              <a:stCxn id="15" idx="5"/>
              <a:endCxn id="171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"/>
            <p:cNvCxnSpPr>
              <a:stCxn id="16" idx="4"/>
              <a:endCxn id="169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2"/>
            <p:cNvCxnSpPr>
              <a:stCxn id="18" idx="5"/>
              <a:endCxn id="170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"/>
            <p:cNvCxnSpPr>
              <a:stCxn id="17" idx="4"/>
              <a:endCxn id="170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"/>
            <p:cNvCxnSpPr>
              <a:stCxn id="17" idx="5"/>
              <a:endCxn id="172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"/>
            <p:cNvCxnSpPr>
              <a:stCxn id="18" idx="4"/>
              <a:endCxn id="171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2"/>
            <p:cNvCxnSpPr>
              <a:stCxn id="19" idx="4"/>
              <a:endCxn id="172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2"/>
            <p:cNvCxnSpPr>
              <a:stCxn id="19" idx="5"/>
              <a:endCxn id="173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" name="Google Shape;193;p2"/>
          <p:cNvSpPr/>
          <p:nvPr/>
        </p:nvSpPr>
        <p:spPr>
          <a:xfrm>
            <a:off x="713400" y="539700"/>
            <a:ext cx="7387500" cy="4064100"/>
          </a:xfrm>
          <a:prstGeom prst="homePlate">
            <a:avLst>
              <a:gd name="adj" fmla="val 24608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194" name="Google Shape;194;p2"/>
          <p:cNvSpPr txBox="1">
            <a:spLocks noGrp="1"/>
          </p:cNvSpPr>
          <p:nvPr>
            <p:ph type="ctrTitle"/>
          </p:nvPr>
        </p:nvSpPr>
        <p:spPr>
          <a:xfrm>
            <a:off x="1121775" y="1112150"/>
            <a:ext cx="3575400" cy="29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"/>
          <p:cNvSpPr txBox="1">
            <a:spLocks noGrp="1"/>
          </p:cNvSpPr>
          <p:nvPr>
            <p:ph type="subTitle" idx="1"/>
          </p:nvPr>
        </p:nvSpPr>
        <p:spPr>
          <a:xfrm>
            <a:off x="4651375" y="3400225"/>
            <a:ext cx="2347500" cy="545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3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198" name="Google Shape;198;p3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9" name="Google Shape;199;p3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8" name="Google Shape;208;p3"/>
            <p:cNvCxnSpPr>
              <a:stCxn id="200" idx="1"/>
              <a:endCxn id="209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3"/>
            <p:cNvCxnSpPr>
              <a:stCxn id="199" idx="2"/>
              <a:endCxn id="209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3"/>
            <p:cNvCxnSpPr>
              <a:stCxn id="199" idx="1"/>
              <a:endCxn id="212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3"/>
            <p:cNvCxnSpPr>
              <a:stCxn id="200" idx="2"/>
              <a:endCxn id="214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3"/>
            <p:cNvCxnSpPr>
              <a:stCxn id="202" idx="1"/>
              <a:endCxn id="216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3"/>
            <p:cNvCxnSpPr>
              <a:stCxn id="201" idx="2"/>
              <a:endCxn id="216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3"/>
            <p:cNvCxnSpPr>
              <a:stCxn id="201" idx="1"/>
              <a:endCxn id="219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3"/>
            <p:cNvCxnSpPr>
              <a:stCxn id="202" idx="2"/>
              <a:endCxn id="212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3"/>
            <p:cNvCxnSpPr>
              <a:stCxn id="204" idx="1"/>
              <a:endCxn id="222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3"/>
            <p:cNvCxnSpPr>
              <a:stCxn id="203" idx="2"/>
              <a:endCxn id="222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3"/>
            <p:cNvCxnSpPr>
              <a:stCxn id="203" idx="1"/>
              <a:endCxn id="225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3"/>
            <p:cNvCxnSpPr>
              <a:stCxn id="204" idx="2"/>
              <a:endCxn id="219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3"/>
            <p:cNvCxnSpPr>
              <a:stCxn id="206" idx="1"/>
              <a:endCxn id="228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3"/>
            <p:cNvCxnSpPr>
              <a:stCxn id="205" idx="2"/>
              <a:endCxn id="228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3"/>
            <p:cNvCxnSpPr>
              <a:stCxn id="205" idx="1"/>
              <a:endCxn id="231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3"/>
            <p:cNvCxnSpPr>
              <a:stCxn id="206" idx="2"/>
              <a:endCxn id="225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3"/>
            <p:cNvCxnSpPr>
              <a:stCxn id="207" idx="2"/>
              <a:endCxn id="231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3"/>
            <p:cNvCxnSpPr>
              <a:stCxn id="207" idx="1"/>
              <a:endCxn id="235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" name="Google Shape;209;p3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6" name="Google Shape;236;p3"/>
            <p:cNvCxnSpPr>
              <a:stCxn id="214" idx="3"/>
              <a:endCxn id="235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3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3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7" name="Google Shape;247;p3"/>
            <p:cNvCxnSpPr>
              <a:stCxn id="239" idx="1"/>
              <a:endCxn id="248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3"/>
            <p:cNvCxnSpPr>
              <a:stCxn id="238" idx="2"/>
              <a:endCxn id="248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3"/>
            <p:cNvCxnSpPr>
              <a:stCxn id="238" idx="1"/>
              <a:endCxn id="251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2" name="Google Shape;252;p3"/>
            <p:cNvCxnSpPr>
              <a:stCxn id="239" idx="2"/>
              <a:endCxn id="253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3"/>
            <p:cNvCxnSpPr>
              <a:stCxn id="241" idx="1"/>
              <a:endCxn id="255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3"/>
            <p:cNvCxnSpPr>
              <a:stCxn id="240" idx="2"/>
              <a:endCxn id="255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3"/>
            <p:cNvCxnSpPr>
              <a:stCxn id="240" idx="1"/>
              <a:endCxn id="258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3"/>
            <p:cNvCxnSpPr>
              <a:stCxn id="241" idx="2"/>
              <a:endCxn id="251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3"/>
            <p:cNvCxnSpPr>
              <a:stCxn id="243" idx="1"/>
              <a:endCxn id="261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3"/>
            <p:cNvCxnSpPr>
              <a:stCxn id="242" idx="2"/>
              <a:endCxn id="261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3"/>
            <p:cNvCxnSpPr>
              <a:stCxn id="242" idx="1"/>
              <a:endCxn id="264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3"/>
            <p:cNvCxnSpPr>
              <a:stCxn id="243" idx="2"/>
              <a:endCxn id="258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3"/>
            <p:cNvCxnSpPr>
              <a:stCxn id="245" idx="1"/>
              <a:endCxn id="267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" name="Google Shape;268;p3"/>
            <p:cNvCxnSpPr>
              <a:stCxn id="244" idx="2"/>
              <a:endCxn id="267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" name="Google Shape;269;p3"/>
            <p:cNvCxnSpPr>
              <a:stCxn id="244" idx="1"/>
              <a:endCxn id="270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271;p3"/>
            <p:cNvCxnSpPr>
              <a:stCxn id="245" idx="2"/>
              <a:endCxn id="264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272;p3"/>
            <p:cNvCxnSpPr>
              <a:stCxn id="246" idx="2"/>
              <a:endCxn id="270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3"/>
            <p:cNvCxnSpPr>
              <a:stCxn id="246" idx="1"/>
              <a:endCxn id="274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5" name="Google Shape;275;p3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248" name="Google Shape;248;p3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6" name="Google Shape;276;p3"/>
            <p:cNvCxnSpPr>
              <a:stCxn id="253" idx="3"/>
              <a:endCxn id="274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3"/>
            <p:cNvCxnSpPr>
              <a:stCxn id="239" idx="5"/>
              <a:endCxn id="209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3"/>
            <p:cNvCxnSpPr>
              <a:stCxn id="238" idx="4"/>
              <a:endCxn id="209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3"/>
            <p:cNvCxnSpPr>
              <a:stCxn id="238" idx="5"/>
              <a:endCxn id="212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3"/>
            <p:cNvCxnSpPr>
              <a:stCxn id="239" idx="4"/>
              <a:endCxn id="214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3"/>
            <p:cNvCxnSpPr>
              <a:stCxn id="241" idx="5"/>
              <a:endCxn id="216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3"/>
            <p:cNvCxnSpPr>
              <a:stCxn id="240" idx="4"/>
              <a:endCxn id="216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3"/>
            <p:cNvCxnSpPr>
              <a:stCxn id="240" idx="5"/>
              <a:endCxn id="219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3"/>
            <p:cNvCxnSpPr>
              <a:stCxn id="241" idx="4"/>
              <a:endCxn id="212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3"/>
            <p:cNvCxnSpPr>
              <a:stCxn id="243" idx="5"/>
              <a:endCxn id="222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3"/>
            <p:cNvCxnSpPr>
              <a:stCxn id="242" idx="4"/>
              <a:endCxn id="222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3"/>
            <p:cNvCxnSpPr>
              <a:stCxn id="242" idx="5"/>
              <a:endCxn id="225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3"/>
            <p:cNvCxnSpPr>
              <a:stCxn id="243" idx="4"/>
              <a:endCxn id="219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"/>
            <p:cNvCxnSpPr>
              <a:stCxn id="245" idx="5"/>
              <a:endCxn id="228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3"/>
            <p:cNvCxnSpPr>
              <a:stCxn id="244" idx="4"/>
              <a:endCxn id="228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3"/>
            <p:cNvCxnSpPr>
              <a:stCxn id="244" idx="5"/>
              <a:endCxn id="231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3"/>
            <p:cNvCxnSpPr>
              <a:stCxn id="245" idx="4"/>
              <a:endCxn id="225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3"/>
            <p:cNvCxnSpPr>
              <a:stCxn id="246" idx="4"/>
              <a:endCxn id="231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Google Shape;294;p3"/>
            <p:cNvCxnSpPr>
              <a:stCxn id="246" idx="5"/>
              <a:endCxn id="235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5" name="Google Shape;295;p3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5" name="Google Shape;305;p3"/>
            <p:cNvCxnSpPr>
              <a:stCxn id="297" idx="1"/>
              <a:endCxn id="306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7" name="Google Shape;307;p3"/>
            <p:cNvCxnSpPr>
              <a:stCxn id="296" idx="2"/>
              <a:endCxn id="306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8" name="Google Shape;308;p3"/>
            <p:cNvCxnSpPr>
              <a:stCxn id="296" idx="1"/>
              <a:endCxn id="309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0" name="Google Shape;310;p3"/>
            <p:cNvCxnSpPr>
              <a:stCxn id="297" idx="2"/>
              <a:endCxn id="311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3"/>
            <p:cNvCxnSpPr>
              <a:stCxn id="299" idx="1"/>
              <a:endCxn id="313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3"/>
            <p:cNvCxnSpPr>
              <a:stCxn id="298" idx="2"/>
              <a:endCxn id="313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3"/>
            <p:cNvCxnSpPr>
              <a:stCxn id="298" idx="1"/>
              <a:endCxn id="316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3"/>
            <p:cNvCxnSpPr>
              <a:stCxn id="299" idx="2"/>
              <a:endCxn id="309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3"/>
            <p:cNvCxnSpPr>
              <a:stCxn id="301" idx="1"/>
              <a:endCxn id="319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3"/>
            <p:cNvCxnSpPr>
              <a:stCxn id="300" idx="2"/>
              <a:endCxn id="319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3"/>
            <p:cNvCxnSpPr>
              <a:stCxn id="300" idx="1"/>
              <a:endCxn id="322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"/>
            <p:cNvCxnSpPr>
              <a:stCxn id="301" idx="2"/>
              <a:endCxn id="316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3"/>
            <p:cNvCxnSpPr>
              <a:stCxn id="303" idx="1"/>
              <a:endCxn id="325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3"/>
            <p:cNvCxnSpPr>
              <a:stCxn id="302" idx="2"/>
              <a:endCxn id="325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3"/>
            <p:cNvCxnSpPr>
              <a:stCxn id="302" idx="1"/>
              <a:endCxn id="328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3"/>
            <p:cNvCxnSpPr>
              <a:stCxn id="303" idx="2"/>
              <a:endCxn id="322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3"/>
            <p:cNvCxnSpPr>
              <a:stCxn id="304" idx="2"/>
              <a:endCxn id="328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3"/>
            <p:cNvCxnSpPr>
              <a:stCxn id="304" idx="1"/>
              <a:endCxn id="332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6" name="Google Shape;306;p3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3" name="Google Shape;333;p3"/>
            <p:cNvCxnSpPr>
              <a:stCxn id="311" idx="3"/>
              <a:endCxn id="332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3"/>
            <p:cNvCxnSpPr>
              <a:stCxn id="297" idx="5"/>
              <a:endCxn id="248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3"/>
            <p:cNvCxnSpPr>
              <a:stCxn id="296" idx="4"/>
              <a:endCxn id="248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3"/>
            <p:cNvCxnSpPr>
              <a:stCxn id="296" idx="5"/>
              <a:endCxn id="251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3"/>
            <p:cNvCxnSpPr>
              <a:stCxn id="297" idx="4"/>
              <a:endCxn id="253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3"/>
            <p:cNvCxnSpPr>
              <a:stCxn id="299" idx="5"/>
              <a:endCxn id="255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3"/>
            <p:cNvCxnSpPr>
              <a:stCxn id="298" idx="4"/>
              <a:endCxn id="255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3"/>
            <p:cNvCxnSpPr>
              <a:stCxn id="298" idx="5"/>
              <a:endCxn id="258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3"/>
            <p:cNvCxnSpPr>
              <a:stCxn id="299" idx="4"/>
              <a:endCxn id="251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3"/>
            <p:cNvCxnSpPr>
              <a:stCxn id="301" idx="5"/>
              <a:endCxn id="261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343;p3"/>
            <p:cNvCxnSpPr>
              <a:stCxn id="300" idx="4"/>
              <a:endCxn id="261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3"/>
            <p:cNvCxnSpPr>
              <a:stCxn id="300" idx="5"/>
              <a:endCxn id="264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345;p3"/>
            <p:cNvCxnSpPr>
              <a:stCxn id="301" idx="4"/>
              <a:endCxn id="258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3"/>
            <p:cNvCxnSpPr>
              <a:stCxn id="303" idx="5"/>
              <a:endCxn id="267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3"/>
            <p:cNvCxnSpPr>
              <a:stCxn id="302" idx="4"/>
              <a:endCxn id="267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3"/>
            <p:cNvCxnSpPr>
              <a:stCxn id="302" idx="5"/>
              <a:endCxn id="270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3"/>
            <p:cNvCxnSpPr>
              <a:stCxn id="303" idx="4"/>
              <a:endCxn id="264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3"/>
            <p:cNvCxnSpPr>
              <a:stCxn id="304" idx="4"/>
              <a:endCxn id="270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3"/>
            <p:cNvCxnSpPr>
              <a:stCxn id="304" idx="5"/>
              <a:endCxn id="274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2" name="Google Shape;362;p3"/>
            <p:cNvCxnSpPr>
              <a:stCxn id="353" idx="3"/>
              <a:endCxn id="361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3"/>
            <p:cNvCxnSpPr>
              <a:stCxn id="200" idx="5"/>
              <a:endCxn id="352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3"/>
            <p:cNvCxnSpPr>
              <a:stCxn id="199" idx="4"/>
              <a:endCxn id="352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3"/>
            <p:cNvCxnSpPr>
              <a:stCxn id="199" idx="5"/>
              <a:endCxn id="355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3"/>
            <p:cNvCxnSpPr>
              <a:stCxn id="200" idx="4"/>
              <a:endCxn id="353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3"/>
            <p:cNvCxnSpPr>
              <a:stCxn id="202" idx="5"/>
              <a:endCxn id="354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3"/>
            <p:cNvCxnSpPr>
              <a:stCxn id="201" idx="4"/>
              <a:endCxn id="354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Google Shape;369;p3"/>
            <p:cNvCxnSpPr>
              <a:stCxn id="201" idx="5"/>
              <a:endCxn id="357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3"/>
            <p:cNvCxnSpPr>
              <a:stCxn id="202" idx="4"/>
              <a:endCxn id="355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3"/>
            <p:cNvCxnSpPr>
              <a:stCxn id="204" idx="5"/>
              <a:endCxn id="356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3"/>
            <p:cNvCxnSpPr>
              <a:stCxn id="203" idx="4"/>
              <a:endCxn id="356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3"/>
            <p:cNvCxnSpPr>
              <a:stCxn id="203" idx="5"/>
              <a:endCxn id="359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3"/>
            <p:cNvCxnSpPr>
              <a:stCxn id="204" idx="4"/>
              <a:endCxn id="357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3"/>
            <p:cNvCxnSpPr>
              <a:stCxn id="206" idx="5"/>
              <a:endCxn id="358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6" name="Google Shape;376;p3"/>
            <p:cNvCxnSpPr>
              <a:stCxn id="205" idx="4"/>
              <a:endCxn id="358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3"/>
            <p:cNvCxnSpPr>
              <a:stCxn id="205" idx="5"/>
              <a:endCxn id="360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3"/>
            <p:cNvCxnSpPr>
              <a:stCxn id="206" idx="4"/>
              <a:endCxn id="359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3"/>
            <p:cNvCxnSpPr>
              <a:stCxn id="207" idx="4"/>
              <a:endCxn id="360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3"/>
            <p:cNvCxnSpPr>
              <a:stCxn id="207" idx="5"/>
              <a:endCxn id="361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1" name="Google Shape;381;p3"/>
          <p:cNvSpPr/>
          <p:nvPr/>
        </p:nvSpPr>
        <p:spPr>
          <a:xfrm>
            <a:off x="713400" y="539700"/>
            <a:ext cx="7387500" cy="4064100"/>
          </a:xfrm>
          <a:prstGeom prst="homePlate">
            <a:avLst>
              <a:gd name="adj" fmla="val 24608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"/>
          <p:cNvSpPr txBox="1">
            <a:spLocks noGrp="1"/>
          </p:cNvSpPr>
          <p:nvPr>
            <p:ph type="title"/>
          </p:nvPr>
        </p:nvSpPr>
        <p:spPr>
          <a:xfrm>
            <a:off x="2936950" y="1526450"/>
            <a:ext cx="3560700" cy="17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5000" b="1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3"/>
          <p:cNvSpPr txBox="1">
            <a:spLocks noGrp="1"/>
          </p:cNvSpPr>
          <p:nvPr>
            <p:ph type="subTitle" idx="1"/>
          </p:nvPr>
        </p:nvSpPr>
        <p:spPr>
          <a:xfrm>
            <a:off x="3027377" y="3285325"/>
            <a:ext cx="3348300" cy="5271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3"/>
          <p:cNvSpPr txBox="1">
            <a:spLocks noGrp="1"/>
          </p:cNvSpPr>
          <p:nvPr>
            <p:ph type="title" idx="2" hasCustomPrompt="1"/>
          </p:nvPr>
        </p:nvSpPr>
        <p:spPr>
          <a:xfrm>
            <a:off x="1111874" y="2444492"/>
            <a:ext cx="1708800" cy="15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5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575" name="Google Shape;575;p5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6" name="Google Shape;576;p5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5" name="Google Shape;585;p5"/>
            <p:cNvCxnSpPr>
              <a:stCxn id="577" idx="1"/>
              <a:endCxn id="586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" name="Google Shape;587;p5"/>
            <p:cNvCxnSpPr>
              <a:stCxn id="576" idx="2"/>
              <a:endCxn id="586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8" name="Google Shape;588;p5"/>
            <p:cNvCxnSpPr>
              <a:stCxn id="576" idx="1"/>
              <a:endCxn id="589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0" name="Google Shape;590;p5"/>
            <p:cNvCxnSpPr>
              <a:stCxn id="577" idx="2"/>
              <a:endCxn id="591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2" name="Google Shape;592;p5"/>
            <p:cNvCxnSpPr>
              <a:stCxn id="579" idx="1"/>
              <a:endCxn id="593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4" name="Google Shape;594;p5"/>
            <p:cNvCxnSpPr>
              <a:stCxn id="578" idx="2"/>
              <a:endCxn id="593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5" name="Google Shape;595;p5"/>
            <p:cNvCxnSpPr>
              <a:stCxn id="578" idx="1"/>
              <a:endCxn id="596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7" name="Google Shape;597;p5"/>
            <p:cNvCxnSpPr>
              <a:stCxn id="579" idx="2"/>
              <a:endCxn id="589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8" name="Google Shape;598;p5"/>
            <p:cNvCxnSpPr>
              <a:stCxn id="581" idx="1"/>
              <a:endCxn id="599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Google Shape;600;p5"/>
            <p:cNvCxnSpPr>
              <a:stCxn id="580" idx="2"/>
              <a:endCxn id="599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1" name="Google Shape;601;p5"/>
            <p:cNvCxnSpPr>
              <a:stCxn id="580" idx="1"/>
              <a:endCxn id="602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5"/>
            <p:cNvCxnSpPr>
              <a:stCxn id="581" idx="2"/>
              <a:endCxn id="596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5"/>
            <p:cNvCxnSpPr>
              <a:stCxn id="583" idx="1"/>
              <a:endCxn id="605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5"/>
            <p:cNvCxnSpPr>
              <a:stCxn id="582" idx="2"/>
              <a:endCxn id="605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5"/>
            <p:cNvCxnSpPr>
              <a:stCxn id="582" idx="1"/>
              <a:endCxn id="608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5"/>
            <p:cNvCxnSpPr>
              <a:stCxn id="583" idx="2"/>
              <a:endCxn id="602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5"/>
            <p:cNvCxnSpPr>
              <a:stCxn id="584" idx="2"/>
              <a:endCxn id="608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1" name="Google Shape;611;p5"/>
            <p:cNvCxnSpPr>
              <a:stCxn id="584" idx="1"/>
              <a:endCxn id="612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6" name="Google Shape;586;p5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3" name="Google Shape;613;p5"/>
            <p:cNvCxnSpPr>
              <a:stCxn id="591" idx="3"/>
              <a:endCxn id="612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4" name="Google Shape;614;p5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5" name="Google Shape;615;p5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4" name="Google Shape;624;p5"/>
            <p:cNvCxnSpPr>
              <a:stCxn id="616" idx="1"/>
              <a:endCxn id="625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5"/>
            <p:cNvCxnSpPr>
              <a:stCxn id="615" idx="2"/>
              <a:endCxn id="625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7" name="Google Shape;627;p5"/>
            <p:cNvCxnSpPr>
              <a:stCxn id="615" idx="1"/>
              <a:endCxn id="628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5"/>
            <p:cNvCxnSpPr>
              <a:stCxn id="616" idx="2"/>
              <a:endCxn id="630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5"/>
            <p:cNvCxnSpPr>
              <a:stCxn id="618" idx="1"/>
              <a:endCxn id="632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" name="Google Shape;633;p5"/>
            <p:cNvCxnSpPr>
              <a:stCxn id="617" idx="2"/>
              <a:endCxn id="632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4" name="Google Shape;634;p5"/>
            <p:cNvCxnSpPr>
              <a:stCxn id="617" idx="1"/>
              <a:endCxn id="635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6" name="Google Shape;636;p5"/>
            <p:cNvCxnSpPr>
              <a:stCxn id="618" idx="2"/>
              <a:endCxn id="628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7" name="Google Shape;637;p5"/>
            <p:cNvCxnSpPr>
              <a:stCxn id="620" idx="1"/>
              <a:endCxn id="638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5"/>
            <p:cNvCxnSpPr>
              <a:stCxn id="619" idx="2"/>
              <a:endCxn id="638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5"/>
            <p:cNvCxnSpPr>
              <a:stCxn id="619" idx="1"/>
              <a:endCxn id="641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5"/>
            <p:cNvCxnSpPr>
              <a:stCxn id="620" idx="2"/>
              <a:endCxn id="635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5"/>
            <p:cNvCxnSpPr>
              <a:stCxn id="622" idx="1"/>
              <a:endCxn id="644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5"/>
            <p:cNvCxnSpPr>
              <a:stCxn id="621" idx="2"/>
              <a:endCxn id="644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5"/>
            <p:cNvCxnSpPr>
              <a:stCxn id="621" idx="1"/>
              <a:endCxn id="647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8" name="Google Shape;648;p5"/>
            <p:cNvCxnSpPr>
              <a:stCxn id="622" idx="2"/>
              <a:endCxn id="641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5"/>
            <p:cNvCxnSpPr>
              <a:stCxn id="623" idx="2"/>
              <a:endCxn id="647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5"/>
            <p:cNvCxnSpPr>
              <a:stCxn id="623" idx="1"/>
              <a:endCxn id="651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2" name="Google Shape;652;p5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625" name="Google Shape;625;p5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5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5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5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5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5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53" name="Google Shape;653;p5"/>
            <p:cNvCxnSpPr>
              <a:stCxn id="630" idx="3"/>
              <a:endCxn id="651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5"/>
            <p:cNvCxnSpPr>
              <a:stCxn id="616" idx="5"/>
              <a:endCxn id="586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5"/>
            <p:cNvCxnSpPr>
              <a:stCxn id="615" idx="4"/>
              <a:endCxn id="586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5"/>
            <p:cNvCxnSpPr>
              <a:stCxn id="615" idx="5"/>
              <a:endCxn id="589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5"/>
            <p:cNvCxnSpPr>
              <a:stCxn id="616" idx="4"/>
              <a:endCxn id="591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8" name="Google Shape;658;p5"/>
            <p:cNvCxnSpPr>
              <a:stCxn id="618" idx="5"/>
              <a:endCxn id="593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9" name="Google Shape;659;p5"/>
            <p:cNvCxnSpPr>
              <a:stCxn id="617" idx="4"/>
              <a:endCxn id="593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5"/>
            <p:cNvCxnSpPr>
              <a:stCxn id="617" idx="5"/>
              <a:endCxn id="596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1" name="Google Shape;661;p5"/>
            <p:cNvCxnSpPr>
              <a:stCxn id="618" idx="4"/>
              <a:endCxn id="589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2" name="Google Shape;662;p5"/>
            <p:cNvCxnSpPr>
              <a:stCxn id="620" idx="5"/>
              <a:endCxn id="599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3" name="Google Shape;663;p5"/>
            <p:cNvCxnSpPr>
              <a:stCxn id="619" idx="4"/>
              <a:endCxn id="599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4" name="Google Shape;664;p5"/>
            <p:cNvCxnSpPr>
              <a:stCxn id="619" idx="5"/>
              <a:endCxn id="602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5"/>
            <p:cNvCxnSpPr>
              <a:stCxn id="620" idx="4"/>
              <a:endCxn id="596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5"/>
            <p:cNvCxnSpPr>
              <a:stCxn id="622" idx="5"/>
              <a:endCxn id="605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5"/>
            <p:cNvCxnSpPr>
              <a:stCxn id="621" idx="4"/>
              <a:endCxn id="605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Google Shape;668;p5"/>
            <p:cNvCxnSpPr>
              <a:stCxn id="621" idx="5"/>
              <a:endCxn id="608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5"/>
            <p:cNvCxnSpPr>
              <a:stCxn id="622" idx="4"/>
              <a:endCxn id="602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5"/>
            <p:cNvCxnSpPr>
              <a:stCxn id="623" idx="4"/>
              <a:endCxn id="608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5"/>
            <p:cNvCxnSpPr>
              <a:stCxn id="623" idx="5"/>
              <a:endCxn id="612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5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3" name="Google Shape;673;p5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82" name="Google Shape;682;p5"/>
            <p:cNvCxnSpPr>
              <a:stCxn id="674" idx="1"/>
              <a:endCxn id="683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5"/>
            <p:cNvCxnSpPr>
              <a:stCxn id="673" idx="2"/>
              <a:endCxn id="683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5"/>
            <p:cNvCxnSpPr>
              <a:stCxn id="673" idx="1"/>
              <a:endCxn id="686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5"/>
            <p:cNvCxnSpPr>
              <a:stCxn id="674" idx="2"/>
              <a:endCxn id="688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5"/>
            <p:cNvCxnSpPr>
              <a:stCxn id="676" idx="1"/>
              <a:endCxn id="690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5"/>
            <p:cNvCxnSpPr>
              <a:stCxn id="675" idx="2"/>
              <a:endCxn id="690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5"/>
            <p:cNvCxnSpPr>
              <a:stCxn id="675" idx="1"/>
              <a:endCxn id="693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5"/>
            <p:cNvCxnSpPr>
              <a:stCxn id="676" idx="2"/>
              <a:endCxn id="686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5"/>
            <p:cNvCxnSpPr>
              <a:stCxn id="678" idx="1"/>
              <a:endCxn id="696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5"/>
            <p:cNvCxnSpPr>
              <a:stCxn id="677" idx="2"/>
              <a:endCxn id="696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5"/>
            <p:cNvCxnSpPr>
              <a:stCxn id="677" idx="1"/>
              <a:endCxn id="699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5"/>
            <p:cNvCxnSpPr>
              <a:stCxn id="678" idx="2"/>
              <a:endCxn id="693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5"/>
            <p:cNvCxnSpPr>
              <a:stCxn id="680" idx="1"/>
              <a:endCxn id="702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5"/>
            <p:cNvCxnSpPr>
              <a:stCxn id="679" idx="2"/>
              <a:endCxn id="702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5"/>
            <p:cNvCxnSpPr>
              <a:stCxn id="679" idx="1"/>
              <a:endCxn id="705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5"/>
            <p:cNvCxnSpPr>
              <a:stCxn id="680" idx="2"/>
              <a:endCxn id="699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5"/>
            <p:cNvCxnSpPr>
              <a:stCxn id="681" idx="2"/>
              <a:endCxn id="705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5"/>
            <p:cNvCxnSpPr>
              <a:stCxn id="681" idx="1"/>
              <a:endCxn id="709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3" name="Google Shape;683;p5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0" name="Google Shape;710;p5"/>
            <p:cNvCxnSpPr>
              <a:stCxn id="688" idx="3"/>
              <a:endCxn id="709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5"/>
            <p:cNvCxnSpPr>
              <a:stCxn id="674" idx="5"/>
              <a:endCxn id="625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2" name="Google Shape;712;p5"/>
            <p:cNvCxnSpPr>
              <a:stCxn id="673" idx="4"/>
              <a:endCxn id="625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3" name="Google Shape;713;p5"/>
            <p:cNvCxnSpPr>
              <a:stCxn id="673" idx="5"/>
              <a:endCxn id="628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4" name="Google Shape;714;p5"/>
            <p:cNvCxnSpPr>
              <a:stCxn id="674" idx="4"/>
              <a:endCxn id="630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5" name="Google Shape;715;p5"/>
            <p:cNvCxnSpPr>
              <a:stCxn id="676" idx="5"/>
              <a:endCxn id="632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6" name="Google Shape;716;p5"/>
            <p:cNvCxnSpPr>
              <a:stCxn id="675" idx="4"/>
              <a:endCxn id="632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7" name="Google Shape;717;p5"/>
            <p:cNvCxnSpPr>
              <a:stCxn id="675" idx="5"/>
              <a:endCxn id="635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8" name="Google Shape;718;p5"/>
            <p:cNvCxnSpPr>
              <a:stCxn id="676" idx="4"/>
              <a:endCxn id="628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9" name="Google Shape;719;p5"/>
            <p:cNvCxnSpPr>
              <a:stCxn id="678" idx="5"/>
              <a:endCxn id="638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5"/>
            <p:cNvCxnSpPr>
              <a:stCxn id="677" idx="4"/>
              <a:endCxn id="638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1" name="Google Shape;721;p5"/>
            <p:cNvCxnSpPr>
              <a:stCxn id="677" idx="5"/>
              <a:endCxn id="641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2" name="Google Shape;722;p5"/>
            <p:cNvCxnSpPr>
              <a:stCxn id="678" idx="4"/>
              <a:endCxn id="635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3" name="Google Shape;723;p5"/>
            <p:cNvCxnSpPr>
              <a:stCxn id="680" idx="5"/>
              <a:endCxn id="644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4" name="Google Shape;724;p5"/>
            <p:cNvCxnSpPr>
              <a:stCxn id="679" idx="4"/>
              <a:endCxn id="644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5" name="Google Shape;725;p5"/>
            <p:cNvCxnSpPr>
              <a:stCxn id="679" idx="5"/>
              <a:endCxn id="647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5"/>
            <p:cNvCxnSpPr>
              <a:stCxn id="680" idx="4"/>
              <a:endCxn id="641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7" name="Google Shape;727;p5"/>
            <p:cNvCxnSpPr>
              <a:stCxn id="681" idx="4"/>
              <a:endCxn id="647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8" name="Google Shape;728;p5"/>
            <p:cNvCxnSpPr>
              <a:stCxn id="681" idx="5"/>
              <a:endCxn id="651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29" name="Google Shape;729;p5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39" name="Google Shape;739;p5"/>
            <p:cNvCxnSpPr>
              <a:stCxn id="730" idx="3"/>
              <a:endCxn id="738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5"/>
            <p:cNvCxnSpPr>
              <a:stCxn id="577" idx="5"/>
              <a:endCxn id="729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5"/>
            <p:cNvCxnSpPr>
              <a:stCxn id="576" idx="4"/>
              <a:endCxn id="729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5"/>
            <p:cNvCxnSpPr>
              <a:stCxn id="576" idx="5"/>
              <a:endCxn id="732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5"/>
            <p:cNvCxnSpPr>
              <a:stCxn id="577" idx="4"/>
              <a:endCxn id="730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5"/>
            <p:cNvCxnSpPr>
              <a:stCxn id="579" idx="5"/>
              <a:endCxn id="731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5"/>
            <p:cNvCxnSpPr>
              <a:stCxn id="578" idx="4"/>
              <a:endCxn id="731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5"/>
            <p:cNvCxnSpPr>
              <a:stCxn id="578" idx="5"/>
              <a:endCxn id="734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5"/>
            <p:cNvCxnSpPr>
              <a:stCxn id="579" idx="4"/>
              <a:endCxn id="732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5"/>
            <p:cNvCxnSpPr>
              <a:stCxn id="581" idx="5"/>
              <a:endCxn id="733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5"/>
            <p:cNvCxnSpPr>
              <a:stCxn id="580" idx="4"/>
              <a:endCxn id="733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0" name="Google Shape;750;p5"/>
            <p:cNvCxnSpPr>
              <a:stCxn id="580" idx="5"/>
              <a:endCxn id="736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1" name="Google Shape;751;p5"/>
            <p:cNvCxnSpPr>
              <a:stCxn id="581" idx="4"/>
              <a:endCxn id="734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5"/>
            <p:cNvCxnSpPr>
              <a:stCxn id="583" idx="5"/>
              <a:endCxn id="735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5"/>
            <p:cNvCxnSpPr>
              <a:stCxn id="582" idx="4"/>
              <a:endCxn id="735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4" name="Google Shape;754;p5"/>
            <p:cNvCxnSpPr>
              <a:stCxn id="582" idx="5"/>
              <a:endCxn id="737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5" name="Google Shape;755;p5"/>
            <p:cNvCxnSpPr>
              <a:stCxn id="583" idx="4"/>
              <a:endCxn id="736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6" name="Google Shape;756;p5"/>
            <p:cNvCxnSpPr>
              <a:stCxn id="584" idx="4"/>
              <a:endCxn id="737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7" name="Google Shape;757;p5"/>
            <p:cNvCxnSpPr>
              <a:stCxn id="584" idx="5"/>
              <a:endCxn id="738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8" name="Google Shape;758;p5"/>
          <p:cNvSpPr/>
          <p:nvPr/>
        </p:nvSpPr>
        <p:spPr>
          <a:xfrm>
            <a:off x="1031275" y="217725"/>
            <a:ext cx="9381000" cy="4708200"/>
          </a:xfrm>
          <a:prstGeom prst="hexagon">
            <a:avLst>
              <a:gd name="adj" fmla="val 22536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5"/>
          <p:cNvSpPr txBox="1">
            <a:spLocks noGrp="1"/>
          </p:cNvSpPr>
          <p:nvPr>
            <p:ph type="title"/>
          </p:nvPr>
        </p:nvSpPr>
        <p:spPr>
          <a:xfrm>
            <a:off x="1989675" y="445025"/>
            <a:ext cx="644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60" name="Google Shape;760;p5"/>
          <p:cNvSpPr txBox="1">
            <a:spLocks noGrp="1"/>
          </p:cNvSpPr>
          <p:nvPr>
            <p:ph type="body" idx="1"/>
          </p:nvPr>
        </p:nvSpPr>
        <p:spPr>
          <a:xfrm>
            <a:off x="5691400" y="1901573"/>
            <a:ext cx="2727000" cy="7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1" name="Google Shape;761;p5"/>
          <p:cNvSpPr txBox="1">
            <a:spLocks noGrp="1"/>
          </p:cNvSpPr>
          <p:nvPr>
            <p:ph type="body" idx="2"/>
          </p:nvPr>
        </p:nvSpPr>
        <p:spPr>
          <a:xfrm>
            <a:off x="5691400" y="3443013"/>
            <a:ext cx="2727000" cy="72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2" name="Google Shape;762;p5"/>
          <p:cNvSpPr txBox="1">
            <a:spLocks noGrp="1"/>
          </p:cNvSpPr>
          <p:nvPr>
            <p:ph type="title" idx="3"/>
          </p:nvPr>
        </p:nvSpPr>
        <p:spPr>
          <a:xfrm>
            <a:off x="5691400" y="1487575"/>
            <a:ext cx="2727000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3" name="Google Shape;763;p5"/>
          <p:cNvSpPr txBox="1">
            <a:spLocks noGrp="1"/>
          </p:cNvSpPr>
          <p:nvPr>
            <p:ph type="title" idx="4"/>
          </p:nvPr>
        </p:nvSpPr>
        <p:spPr>
          <a:xfrm>
            <a:off x="5691400" y="3028479"/>
            <a:ext cx="27270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" name="Google Shape;952;p7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953" name="Google Shape;953;p7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4" name="Google Shape;954;p7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7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7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7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7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3" name="Google Shape;963;p7"/>
            <p:cNvCxnSpPr>
              <a:stCxn id="955" idx="1"/>
              <a:endCxn id="964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7"/>
            <p:cNvCxnSpPr>
              <a:stCxn id="954" idx="2"/>
              <a:endCxn id="964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6" name="Google Shape;966;p7"/>
            <p:cNvCxnSpPr>
              <a:stCxn id="954" idx="1"/>
              <a:endCxn id="967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8" name="Google Shape;968;p7"/>
            <p:cNvCxnSpPr>
              <a:stCxn id="955" idx="2"/>
              <a:endCxn id="969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0" name="Google Shape;970;p7"/>
            <p:cNvCxnSpPr>
              <a:stCxn id="957" idx="1"/>
              <a:endCxn id="971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2" name="Google Shape;972;p7"/>
            <p:cNvCxnSpPr>
              <a:stCxn id="956" idx="2"/>
              <a:endCxn id="971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3" name="Google Shape;973;p7"/>
            <p:cNvCxnSpPr>
              <a:stCxn id="956" idx="1"/>
              <a:endCxn id="974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5" name="Google Shape;975;p7"/>
            <p:cNvCxnSpPr>
              <a:stCxn id="957" idx="2"/>
              <a:endCxn id="967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7"/>
            <p:cNvCxnSpPr>
              <a:stCxn id="959" idx="1"/>
              <a:endCxn id="977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8" name="Google Shape;978;p7"/>
            <p:cNvCxnSpPr>
              <a:stCxn id="958" idx="2"/>
              <a:endCxn id="977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9" name="Google Shape;979;p7"/>
            <p:cNvCxnSpPr>
              <a:stCxn id="958" idx="1"/>
              <a:endCxn id="980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1" name="Google Shape;981;p7"/>
            <p:cNvCxnSpPr>
              <a:stCxn id="959" idx="2"/>
              <a:endCxn id="974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2" name="Google Shape;982;p7"/>
            <p:cNvCxnSpPr>
              <a:stCxn id="961" idx="1"/>
              <a:endCxn id="983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7"/>
            <p:cNvCxnSpPr>
              <a:stCxn id="960" idx="2"/>
              <a:endCxn id="983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5" name="Google Shape;985;p7"/>
            <p:cNvCxnSpPr>
              <a:stCxn id="960" idx="1"/>
              <a:endCxn id="986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7" name="Google Shape;987;p7"/>
            <p:cNvCxnSpPr>
              <a:stCxn id="961" idx="2"/>
              <a:endCxn id="980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8" name="Google Shape;988;p7"/>
            <p:cNvCxnSpPr>
              <a:stCxn id="962" idx="2"/>
              <a:endCxn id="986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9" name="Google Shape;989;p7"/>
            <p:cNvCxnSpPr>
              <a:stCxn id="962" idx="1"/>
              <a:endCxn id="990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4" name="Google Shape;964;p7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7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7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7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7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7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7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7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7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7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91" name="Google Shape;991;p7"/>
            <p:cNvCxnSpPr>
              <a:stCxn id="969" idx="3"/>
              <a:endCxn id="990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7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93" name="Google Shape;993;p7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7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7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7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7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7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7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7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7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02" name="Google Shape;1002;p7"/>
            <p:cNvCxnSpPr>
              <a:stCxn id="994" idx="1"/>
              <a:endCxn id="1003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4" name="Google Shape;1004;p7"/>
            <p:cNvCxnSpPr>
              <a:stCxn id="993" idx="2"/>
              <a:endCxn id="1003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5" name="Google Shape;1005;p7"/>
            <p:cNvCxnSpPr>
              <a:stCxn id="993" idx="1"/>
              <a:endCxn id="1006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7" name="Google Shape;1007;p7"/>
            <p:cNvCxnSpPr>
              <a:stCxn id="994" idx="2"/>
              <a:endCxn id="1008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9" name="Google Shape;1009;p7"/>
            <p:cNvCxnSpPr>
              <a:stCxn id="996" idx="1"/>
              <a:endCxn id="1010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1" name="Google Shape;1011;p7"/>
            <p:cNvCxnSpPr>
              <a:stCxn id="995" idx="2"/>
              <a:endCxn id="1010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2" name="Google Shape;1012;p7"/>
            <p:cNvCxnSpPr>
              <a:stCxn id="995" idx="1"/>
              <a:endCxn id="1013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4" name="Google Shape;1014;p7"/>
            <p:cNvCxnSpPr>
              <a:stCxn id="996" idx="2"/>
              <a:endCxn id="1006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5" name="Google Shape;1015;p7"/>
            <p:cNvCxnSpPr>
              <a:stCxn id="998" idx="1"/>
              <a:endCxn id="1016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7" name="Google Shape;1017;p7"/>
            <p:cNvCxnSpPr>
              <a:stCxn id="997" idx="2"/>
              <a:endCxn id="1016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8" name="Google Shape;1018;p7"/>
            <p:cNvCxnSpPr>
              <a:stCxn id="997" idx="1"/>
              <a:endCxn id="1019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0" name="Google Shape;1020;p7"/>
            <p:cNvCxnSpPr>
              <a:stCxn id="998" idx="2"/>
              <a:endCxn id="1013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1" name="Google Shape;1021;p7"/>
            <p:cNvCxnSpPr>
              <a:stCxn id="1000" idx="1"/>
              <a:endCxn id="1022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3" name="Google Shape;1023;p7"/>
            <p:cNvCxnSpPr>
              <a:stCxn id="999" idx="2"/>
              <a:endCxn id="1022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4" name="Google Shape;1024;p7"/>
            <p:cNvCxnSpPr>
              <a:stCxn id="999" idx="1"/>
              <a:endCxn id="1025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6" name="Google Shape;1026;p7"/>
            <p:cNvCxnSpPr>
              <a:stCxn id="1000" idx="2"/>
              <a:endCxn id="1019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7" name="Google Shape;1027;p7"/>
            <p:cNvCxnSpPr>
              <a:stCxn id="1001" idx="2"/>
              <a:endCxn id="1025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8" name="Google Shape;1028;p7"/>
            <p:cNvCxnSpPr>
              <a:stCxn id="1001" idx="1"/>
              <a:endCxn id="1029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0" name="Google Shape;1030;p7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1003" name="Google Shape;1003;p7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7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7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7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7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7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7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7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7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7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1" name="Google Shape;1031;p7"/>
            <p:cNvCxnSpPr>
              <a:stCxn id="1008" idx="3"/>
              <a:endCxn id="1029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7"/>
            <p:cNvCxnSpPr>
              <a:stCxn id="994" idx="5"/>
              <a:endCxn id="964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7"/>
            <p:cNvCxnSpPr>
              <a:stCxn id="993" idx="4"/>
              <a:endCxn id="964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7"/>
            <p:cNvCxnSpPr>
              <a:stCxn id="993" idx="5"/>
              <a:endCxn id="967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7"/>
            <p:cNvCxnSpPr>
              <a:stCxn id="994" idx="4"/>
              <a:endCxn id="969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6" name="Google Shape;1036;p7"/>
            <p:cNvCxnSpPr>
              <a:stCxn id="996" idx="5"/>
              <a:endCxn id="971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7" name="Google Shape;1037;p7"/>
            <p:cNvCxnSpPr>
              <a:stCxn id="995" idx="4"/>
              <a:endCxn id="971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8" name="Google Shape;1038;p7"/>
            <p:cNvCxnSpPr>
              <a:stCxn id="995" idx="5"/>
              <a:endCxn id="974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7"/>
            <p:cNvCxnSpPr>
              <a:stCxn id="996" idx="4"/>
              <a:endCxn id="967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7"/>
            <p:cNvCxnSpPr>
              <a:stCxn id="998" idx="5"/>
              <a:endCxn id="977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1" name="Google Shape;1041;p7"/>
            <p:cNvCxnSpPr>
              <a:stCxn id="997" idx="4"/>
              <a:endCxn id="977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2" name="Google Shape;1042;p7"/>
            <p:cNvCxnSpPr>
              <a:stCxn id="997" idx="5"/>
              <a:endCxn id="980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3" name="Google Shape;1043;p7"/>
            <p:cNvCxnSpPr>
              <a:stCxn id="998" idx="4"/>
              <a:endCxn id="974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4" name="Google Shape;1044;p7"/>
            <p:cNvCxnSpPr>
              <a:stCxn id="1000" idx="5"/>
              <a:endCxn id="983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5" name="Google Shape;1045;p7"/>
            <p:cNvCxnSpPr>
              <a:stCxn id="999" idx="4"/>
              <a:endCxn id="983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6" name="Google Shape;1046;p7"/>
            <p:cNvCxnSpPr>
              <a:stCxn id="999" idx="5"/>
              <a:endCxn id="986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7" name="Google Shape;1047;p7"/>
            <p:cNvCxnSpPr>
              <a:stCxn id="1000" idx="4"/>
              <a:endCxn id="980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8" name="Google Shape;1048;p7"/>
            <p:cNvCxnSpPr>
              <a:stCxn id="1001" idx="4"/>
              <a:endCxn id="986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9" name="Google Shape;1049;p7"/>
            <p:cNvCxnSpPr>
              <a:stCxn id="1001" idx="5"/>
              <a:endCxn id="990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7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1" name="Google Shape;1051;p7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7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7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7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7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7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7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7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7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60" name="Google Shape;1060;p7"/>
            <p:cNvCxnSpPr>
              <a:stCxn id="1052" idx="1"/>
              <a:endCxn id="1061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2" name="Google Shape;1062;p7"/>
            <p:cNvCxnSpPr>
              <a:stCxn id="1051" idx="2"/>
              <a:endCxn id="1061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3" name="Google Shape;1063;p7"/>
            <p:cNvCxnSpPr>
              <a:stCxn id="1051" idx="1"/>
              <a:endCxn id="1064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5" name="Google Shape;1065;p7"/>
            <p:cNvCxnSpPr>
              <a:stCxn id="1052" idx="2"/>
              <a:endCxn id="1066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7"/>
            <p:cNvCxnSpPr>
              <a:stCxn id="1054" idx="1"/>
              <a:endCxn id="1068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9" name="Google Shape;1069;p7"/>
            <p:cNvCxnSpPr>
              <a:stCxn id="1053" idx="2"/>
              <a:endCxn id="1068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0" name="Google Shape;1070;p7"/>
            <p:cNvCxnSpPr>
              <a:stCxn id="1053" idx="1"/>
              <a:endCxn id="1071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2" name="Google Shape;1072;p7"/>
            <p:cNvCxnSpPr>
              <a:stCxn id="1054" idx="2"/>
              <a:endCxn id="1064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3" name="Google Shape;1073;p7"/>
            <p:cNvCxnSpPr>
              <a:stCxn id="1056" idx="1"/>
              <a:endCxn id="1074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5" name="Google Shape;1075;p7"/>
            <p:cNvCxnSpPr>
              <a:stCxn id="1055" idx="2"/>
              <a:endCxn id="1074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6" name="Google Shape;1076;p7"/>
            <p:cNvCxnSpPr>
              <a:stCxn id="1055" idx="1"/>
              <a:endCxn id="1077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8" name="Google Shape;1078;p7"/>
            <p:cNvCxnSpPr>
              <a:stCxn id="1056" idx="2"/>
              <a:endCxn id="1071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9" name="Google Shape;1079;p7"/>
            <p:cNvCxnSpPr>
              <a:stCxn id="1058" idx="1"/>
              <a:endCxn id="1080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1" name="Google Shape;1081;p7"/>
            <p:cNvCxnSpPr>
              <a:stCxn id="1057" idx="2"/>
              <a:endCxn id="1080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7"/>
            <p:cNvCxnSpPr>
              <a:stCxn id="1057" idx="1"/>
              <a:endCxn id="1083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7"/>
            <p:cNvCxnSpPr>
              <a:stCxn id="1058" idx="2"/>
              <a:endCxn id="1077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7"/>
            <p:cNvCxnSpPr>
              <a:stCxn id="1059" idx="2"/>
              <a:endCxn id="1083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6" name="Google Shape;1086;p7"/>
            <p:cNvCxnSpPr>
              <a:stCxn id="1059" idx="1"/>
              <a:endCxn id="1087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61" name="Google Shape;1061;p7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7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7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7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7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7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88" name="Google Shape;1088;p7"/>
            <p:cNvCxnSpPr>
              <a:stCxn id="1066" idx="3"/>
              <a:endCxn id="1087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7"/>
            <p:cNvCxnSpPr>
              <a:stCxn id="1052" idx="5"/>
              <a:endCxn id="1003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7"/>
            <p:cNvCxnSpPr>
              <a:stCxn id="1051" idx="4"/>
              <a:endCxn id="1003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7"/>
            <p:cNvCxnSpPr>
              <a:stCxn id="1051" idx="5"/>
              <a:endCxn id="1006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7"/>
            <p:cNvCxnSpPr>
              <a:stCxn id="1052" idx="4"/>
              <a:endCxn id="1008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7"/>
            <p:cNvCxnSpPr>
              <a:stCxn id="1054" idx="5"/>
              <a:endCxn id="1010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7"/>
            <p:cNvCxnSpPr>
              <a:stCxn id="1053" idx="4"/>
              <a:endCxn id="1010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5" name="Google Shape;1095;p7"/>
            <p:cNvCxnSpPr>
              <a:stCxn id="1053" idx="5"/>
              <a:endCxn id="1013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6" name="Google Shape;1096;p7"/>
            <p:cNvCxnSpPr>
              <a:stCxn id="1054" idx="4"/>
              <a:endCxn id="1006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7" name="Google Shape;1097;p7"/>
            <p:cNvCxnSpPr>
              <a:stCxn id="1056" idx="5"/>
              <a:endCxn id="1016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8" name="Google Shape;1098;p7"/>
            <p:cNvCxnSpPr>
              <a:stCxn id="1055" idx="4"/>
              <a:endCxn id="1016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9" name="Google Shape;1099;p7"/>
            <p:cNvCxnSpPr>
              <a:stCxn id="1055" idx="5"/>
              <a:endCxn id="1019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0" name="Google Shape;1100;p7"/>
            <p:cNvCxnSpPr>
              <a:stCxn id="1056" idx="4"/>
              <a:endCxn id="1013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1" name="Google Shape;1101;p7"/>
            <p:cNvCxnSpPr>
              <a:stCxn id="1058" idx="5"/>
              <a:endCxn id="1022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2" name="Google Shape;1102;p7"/>
            <p:cNvCxnSpPr>
              <a:stCxn id="1057" idx="4"/>
              <a:endCxn id="1022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3" name="Google Shape;1103;p7"/>
            <p:cNvCxnSpPr>
              <a:stCxn id="1057" idx="5"/>
              <a:endCxn id="1025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4" name="Google Shape;1104;p7"/>
            <p:cNvCxnSpPr>
              <a:stCxn id="1058" idx="4"/>
              <a:endCxn id="1019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5" name="Google Shape;1105;p7"/>
            <p:cNvCxnSpPr>
              <a:stCxn id="1059" idx="4"/>
              <a:endCxn id="1025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6" name="Google Shape;1106;p7"/>
            <p:cNvCxnSpPr>
              <a:stCxn id="1059" idx="5"/>
              <a:endCxn id="1029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7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7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7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7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7"/>
            <p:cNvCxnSpPr>
              <a:stCxn id="1108" idx="3"/>
              <a:endCxn id="1116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8" name="Google Shape;1118;p7"/>
            <p:cNvCxnSpPr>
              <a:stCxn id="955" idx="5"/>
              <a:endCxn id="1107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9" name="Google Shape;1119;p7"/>
            <p:cNvCxnSpPr>
              <a:stCxn id="954" idx="4"/>
              <a:endCxn id="1107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0" name="Google Shape;1120;p7"/>
            <p:cNvCxnSpPr>
              <a:stCxn id="954" idx="5"/>
              <a:endCxn id="1110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1" name="Google Shape;1121;p7"/>
            <p:cNvCxnSpPr>
              <a:stCxn id="955" idx="4"/>
              <a:endCxn id="1108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2" name="Google Shape;1122;p7"/>
            <p:cNvCxnSpPr>
              <a:stCxn id="957" idx="5"/>
              <a:endCxn id="1109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3" name="Google Shape;1123;p7"/>
            <p:cNvCxnSpPr>
              <a:stCxn id="956" idx="4"/>
              <a:endCxn id="1109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4" name="Google Shape;1124;p7"/>
            <p:cNvCxnSpPr>
              <a:stCxn id="956" idx="5"/>
              <a:endCxn id="1112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5" name="Google Shape;1125;p7"/>
            <p:cNvCxnSpPr>
              <a:stCxn id="957" idx="4"/>
              <a:endCxn id="1110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6" name="Google Shape;1126;p7"/>
            <p:cNvCxnSpPr>
              <a:stCxn id="959" idx="5"/>
              <a:endCxn id="1111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7" name="Google Shape;1127;p7"/>
            <p:cNvCxnSpPr>
              <a:stCxn id="958" idx="4"/>
              <a:endCxn id="1111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8" name="Google Shape;1128;p7"/>
            <p:cNvCxnSpPr>
              <a:stCxn id="958" idx="5"/>
              <a:endCxn id="1114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9" name="Google Shape;1129;p7"/>
            <p:cNvCxnSpPr>
              <a:stCxn id="959" idx="4"/>
              <a:endCxn id="1112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0" name="Google Shape;1130;p7"/>
            <p:cNvCxnSpPr>
              <a:stCxn id="961" idx="5"/>
              <a:endCxn id="1113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1" name="Google Shape;1131;p7"/>
            <p:cNvCxnSpPr>
              <a:stCxn id="960" idx="4"/>
              <a:endCxn id="1113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2" name="Google Shape;1132;p7"/>
            <p:cNvCxnSpPr>
              <a:stCxn id="960" idx="5"/>
              <a:endCxn id="1115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3" name="Google Shape;1133;p7"/>
            <p:cNvCxnSpPr>
              <a:stCxn id="961" idx="4"/>
              <a:endCxn id="1114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4" name="Google Shape;1134;p7"/>
            <p:cNvCxnSpPr>
              <a:stCxn id="962" idx="4"/>
              <a:endCxn id="1115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5" name="Google Shape;1135;p7"/>
            <p:cNvCxnSpPr>
              <a:stCxn id="962" idx="5"/>
              <a:endCxn id="1116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36" name="Google Shape;1136;p7"/>
          <p:cNvSpPr/>
          <p:nvPr/>
        </p:nvSpPr>
        <p:spPr>
          <a:xfrm>
            <a:off x="1035322" y="217725"/>
            <a:ext cx="7181700" cy="4708200"/>
          </a:xfrm>
          <a:prstGeom prst="hexagon">
            <a:avLst>
              <a:gd name="adj" fmla="val 22671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7"/>
          <p:cNvSpPr txBox="1">
            <a:spLocks noGrp="1"/>
          </p:cNvSpPr>
          <p:nvPr>
            <p:ph type="title"/>
          </p:nvPr>
        </p:nvSpPr>
        <p:spPr>
          <a:xfrm>
            <a:off x="2226375" y="445025"/>
            <a:ext cx="4691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8" name="Google Shape;1138;p7"/>
          <p:cNvSpPr txBox="1">
            <a:spLocks noGrp="1"/>
          </p:cNvSpPr>
          <p:nvPr>
            <p:ph type="body" idx="1"/>
          </p:nvPr>
        </p:nvSpPr>
        <p:spPr>
          <a:xfrm>
            <a:off x="2226450" y="1918325"/>
            <a:ext cx="4691100" cy="23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" name="Google Shape;1740;p13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1741" name="Google Shape;1741;p13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42" name="Google Shape;1742;p13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3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3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3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3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3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3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3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51" name="Google Shape;1751;p13"/>
            <p:cNvCxnSpPr>
              <a:stCxn id="1743" idx="1"/>
              <a:endCxn id="1752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3" name="Google Shape;1753;p13"/>
            <p:cNvCxnSpPr>
              <a:stCxn id="1742" idx="2"/>
              <a:endCxn id="1752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13"/>
            <p:cNvCxnSpPr>
              <a:stCxn id="1742" idx="1"/>
              <a:endCxn id="1755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13"/>
            <p:cNvCxnSpPr>
              <a:stCxn id="1743" idx="2"/>
              <a:endCxn id="1757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13"/>
            <p:cNvCxnSpPr>
              <a:stCxn id="1745" idx="1"/>
              <a:endCxn id="1759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0" name="Google Shape;1760;p13"/>
            <p:cNvCxnSpPr>
              <a:stCxn id="1744" idx="2"/>
              <a:endCxn id="1759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1" name="Google Shape;1761;p13"/>
            <p:cNvCxnSpPr>
              <a:stCxn id="1744" idx="1"/>
              <a:endCxn id="1762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3" name="Google Shape;1763;p13"/>
            <p:cNvCxnSpPr>
              <a:stCxn id="1745" idx="2"/>
              <a:endCxn id="1755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4" name="Google Shape;1764;p13"/>
            <p:cNvCxnSpPr>
              <a:stCxn id="1747" idx="1"/>
              <a:endCxn id="1765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6" name="Google Shape;1766;p13"/>
            <p:cNvCxnSpPr>
              <a:stCxn id="1746" idx="2"/>
              <a:endCxn id="1765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7" name="Google Shape;1767;p13"/>
            <p:cNvCxnSpPr>
              <a:stCxn id="1746" idx="1"/>
              <a:endCxn id="1768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9" name="Google Shape;1769;p13"/>
            <p:cNvCxnSpPr>
              <a:stCxn id="1747" idx="2"/>
              <a:endCxn id="1762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0" name="Google Shape;1770;p13"/>
            <p:cNvCxnSpPr>
              <a:stCxn id="1749" idx="1"/>
              <a:endCxn id="1771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2" name="Google Shape;1772;p13"/>
            <p:cNvCxnSpPr>
              <a:stCxn id="1748" idx="2"/>
              <a:endCxn id="1771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3" name="Google Shape;1773;p13"/>
            <p:cNvCxnSpPr>
              <a:stCxn id="1748" idx="1"/>
              <a:endCxn id="1774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5" name="Google Shape;1775;p13"/>
            <p:cNvCxnSpPr>
              <a:stCxn id="1749" idx="2"/>
              <a:endCxn id="1768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6" name="Google Shape;1776;p13"/>
            <p:cNvCxnSpPr>
              <a:stCxn id="1750" idx="2"/>
              <a:endCxn id="1774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7" name="Google Shape;1777;p13"/>
            <p:cNvCxnSpPr>
              <a:stCxn id="1750" idx="1"/>
              <a:endCxn id="1778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52" name="Google Shape;1752;p13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3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3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3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3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3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3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3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3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79" name="Google Shape;1779;p13"/>
            <p:cNvCxnSpPr>
              <a:stCxn id="1757" idx="3"/>
              <a:endCxn id="1778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0" name="Google Shape;1780;p13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81" name="Google Shape;1781;p13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3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3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3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3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90" name="Google Shape;1790;p13"/>
            <p:cNvCxnSpPr>
              <a:stCxn id="1782" idx="1"/>
              <a:endCxn id="1791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2" name="Google Shape;1792;p13"/>
            <p:cNvCxnSpPr>
              <a:stCxn id="1781" idx="2"/>
              <a:endCxn id="1791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3" name="Google Shape;1793;p13"/>
            <p:cNvCxnSpPr>
              <a:stCxn id="1781" idx="1"/>
              <a:endCxn id="1794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5" name="Google Shape;1795;p13"/>
            <p:cNvCxnSpPr>
              <a:stCxn id="1782" idx="2"/>
              <a:endCxn id="1796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7" name="Google Shape;1797;p13"/>
            <p:cNvCxnSpPr>
              <a:stCxn id="1784" idx="1"/>
              <a:endCxn id="1798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9" name="Google Shape;1799;p13"/>
            <p:cNvCxnSpPr>
              <a:stCxn id="1783" idx="2"/>
              <a:endCxn id="1798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0" name="Google Shape;1800;p13"/>
            <p:cNvCxnSpPr>
              <a:stCxn id="1783" idx="1"/>
              <a:endCxn id="1801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2" name="Google Shape;1802;p13"/>
            <p:cNvCxnSpPr>
              <a:stCxn id="1784" idx="2"/>
              <a:endCxn id="1794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3" name="Google Shape;1803;p13"/>
            <p:cNvCxnSpPr>
              <a:stCxn id="1786" idx="1"/>
              <a:endCxn id="1804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5" name="Google Shape;1805;p13"/>
            <p:cNvCxnSpPr>
              <a:stCxn id="1785" idx="2"/>
              <a:endCxn id="1804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6" name="Google Shape;1806;p13"/>
            <p:cNvCxnSpPr>
              <a:stCxn id="1785" idx="1"/>
              <a:endCxn id="1807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13"/>
            <p:cNvCxnSpPr>
              <a:stCxn id="1786" idx="2"/>
              <a:endCxn id="1801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9" name="Google Shape;1809;p13"/>
            <p:cNvCxnSpPr>
              <a:stCxn id="1788" idx="1"/>
              <a:endCxn id="1810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1" name="Google Shape;1811;p13"/>
            <p:cNvCxnSpPr>
              <a:stCxn id="1787" idx="2"/>
              <a:endCxn id="1810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2" name="Google Shape;1812;p13"/>
            <p:cNvCxnSpPr>
              <a:stCxn id="1787" idx="1"/>
              <a:endCxn id="1813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4" name="Google Shape;1814;p13"/>
            <p:cNvCxnSpPr>
              <a:stCxn id="1788" idx="2"/>
              <a:endCxn id="1807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5" name="Google Shape;1815;p13"/>
            <p:cNvCxnSpPr>
              <a:stCxn id="1789" idx="2"/>
              <a:endCxn id="1813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6" name="Google Shape;1816;p13"/>
            <p:cNvCxnSpPr>
              <a:stCxn id="1789" idx="1"/>
              <a:endCxn id="1817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18" name="Google Shape;1818;p13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1791" name="Google Shape;1791;p13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13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13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13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13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13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13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13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13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13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819" name="Google Shape;1819;p13"/>
            <p:cNvCxnSpPr>
              <a:stCxn id="1796" idx="3"/>
              <a:endCxn id="1817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0" name="Google Shape;1820;p13"/>
            <p:cNvCxnSpPr>
              <a:stCxn id="1782" idx="5"/>
              <a:endCxn id="1752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1" name="Google Shape;1821;p13"/>
            <p:cNvCxnSpPr>
              <a:stCxn id="1781" idx="4"/>
              <a:endCxn id="1752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2" name="Google Shape;1822;p13"/>
            <p:cNvCxnSpPr>
              <a:stCxn id="1781" idx="5"/>
              <a:endCxn id="1755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3" name="Google Shape;1823;p13"/>
            <p:cNvCxnSpPr>
              <a:stCxn id="1782" idx="4"/>
              <a:endCxn id="1757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4" name="Google Shape;1824;p13"/>
            <p:cNvCxnSpPr>
              <a:stCxn id="1784" idx="5"/>
              <a:endCxn id="1759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5" name="Google Shape;1825;p13"/>
            <p:cNvCxnSpPr>
              <a:stCxn id="1783" idx="4"/>
              <a:endCxn id="1759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6" name="Google Shape;1826;p13"/>
            <p:cNvCxnSpPr>
              <a:stCxn id="1783" idx="5"/>
              <a:endCxn id="1762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7" name="Google Shape;1827;p13"/>
            <p:cNvCxnSpPr>
              <a:stCxn id="1784" idx="4"/>
              <a:endCxn id="1755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8" name="Google Shape;1828;p13"/>
            <p:cNvCxnSpPr>
              <a:stCxn id="1786" idx="5"/>
              <a:endCxn id="1765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9" name="Google Shape;1829;p13"/>
            <p:cNvCxnSpPr>
              <a:stCxn id="1785" idx="4"/>
              <a:endCxn id="1765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0" name="Google Shape;1830;p13"/>
            <p:cNvCxnSpPr>
              <a:stCxn id="1785" idx="5"/>
              <a:endCxn id="1768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1" name="Google Shape;1831;p13"/>
            <p:cNvCxnSpPr>
              <a:stCxn id="1786" idx="4"/>
              <a:endCxn id="1762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2" name="Google Shape;1832;p13"/>
            <p:cNvCxnSpPr>
              <a:stCxn id="1788" idx="5"/>
              <a:endCxn id="1771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3" name="Google Shape;1833;p13"/>
            <p:cNvCxnSpPr>
              <a:stCxn id="1787" idx="4"/>
              <a:endCxn id="1771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4" name="Google Shape;1834;p13"/>
            <p:cNvCxnSpPr>
              <a:stCxn id="1787" idx="5"/>
              <a:endCxn id="1774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5" name="Google Shape;1835;p13"/>
            <p:cNvCxnSpPr>
              <a:stCxn id="1788" idx="4"/>
              <a:endCxn id="1768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6" name="Google Shape;1836;p13"/>
            <p:cNvCxnSpPr>
              <a:stCxn id="1789" idx="4"/>
              <a:endCxn id="1774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7" name="Google Shape;1837;p13"/>
            <p:cNvCxnSpPr>
              <a:stCxn id="1789" idx="5"/>
              <a:endCxn id="1778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8" name="Google Shape;1838;p13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39" name="Google Shape;1839;p13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3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3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3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3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3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3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3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3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48" name="Google Shape;1848;p13"/>
            <p:cNvCxnSpPr>
              <a:stCxn id="1840" idx="1"/>
              <a:endCxn id="1849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0" name="Google Shape;1850;p13"/>
            <p:cNvCxnSpPr>
              <a:stCxn id="1839" idx="2"/>
              <a:endCxn id="1849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1" name="Google Shape;1851;p13"/>
            <p:cNvCxnSpPr>
              <a:stCxn id="1839" idx="1"/>
              <a:endCxn id="1852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3" name="Google Shape;1853;p13"/>
            <p:cNvCxnSpPr>
              <a:stCxn id="1840" idx="2"/>
              <a:endCxn id="1854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5" name="Google Shape;1855;p13"/>
            <p:cNvCxnSpPr>
              <a:stCxn id="1842" idx="1"/>
              <a:endCxn id="1856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7" name="Google Shape;1857;p13"/>
            <p:cNvCxnSpPr>
              <a:stCxn id="1841" idx="2"/>
              <a:endCxn id="1856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8" name="Google Shape;1858;p13"/>
            <p:cNvCxnSpPr>
              <a:stCxn id="1841" idx="1"/>
              <a:endCxn id="1859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0" name="Google Shape;1860;p13"/>
            <p:cNvCxnSpPr>
              <a:stCxn id="1842" idx="2"/>
              <a:endCxn id="1852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1" name="Google Shape;1861;p13"/>
            <p:cNvCxnSpPr>
              <a:stCxn id="1844" idx="1"/>
              <a:endCxn id="1862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3" name="Google Shape;1863;p13"/>
            <p:cNvCxnSpPr>
              <a:stCxn id="1843" idx="2"/>
              <a:endCxn id="1862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4" name="Google Shape;1864;p13"/>
            <p:cNvCxnSpPr>
              <a:stCxn id="1843" idx="1"/>
              <a:endCxn id="1865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6" name="Google Shape;1866;p13"/>
            <p:cNvCxnSpPr>
              <a:stCxn id="1844" idx="2"/>
              <a:endCxn id="1859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7" name="Google Shape;1867;p13"/>
            <p:cNvCxnSpPr>
              <a:stCxn id="1846" idx="1"/>
              <a:endCxn id="1868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9" name="Google Shape;1869;p13"/>
            <p:cNvCxnSpPr>
              <a:stCxn id="1845" idx="2"/>
              <a:endCxn id="1868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0" name="Google Shape;1870;p13"/>
            <p:cNvCxnSpPr>
              <a:stCxn id="1845" idx="1"/>
              <a:endCxn id="1871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2" name="Google Shape;1872;p13"/>
            <p:cNvCxnSpPr>
              <a:stCxn id="1846" idx="2"/>
              <a:endCxn id="1865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3" name="Google Shape;1873;p13"/>
            <p:cNvCxnSpPr>
              <a:stCxn id="1847" idx="2"/>
              <a:endCxn id="1871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4" name="Google Shape;1874;p13"/>
            <p:cNvCxnSpPr>
              <a:stCxn id="1847" idx="1"/>
              <a:endCxn id="1875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49" name="Google Shape;1849;p13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3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3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3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3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3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3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3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3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3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6" name="Google Shape;1876;p13"/>
            <p:cNvCxnSpPr>
              <a:stCxn id="1854" idx="3"/>
              <a:endCxn id="1875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7" name="Google Shape;1877;p13"/>
            <p:cNvCxnSpPr>
              <a:stCxn id="1840" idx="5"/>
              <a:endCxn id="1791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8" name="Google Shape;1878;p13"/>
            <p:cNvCxnSpPr>
              <a:stCxn id="1839" idx="4"/>
              <a:endCxn id="1791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9" name="Google Shape;1879;p13"/>
            <p:cNvCxnSpPr>
              <a:stCxn id="1839" idx="5"/>
              <a:endCxn id="1794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0" name="Google Shape;1880;p13"/>
            <p:cNvCxnSpPr>
              <a:stCxn id="1840" idx="4"/>
              <a:endCxn id="1796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1" name="Google Shape;1881;p13"/>
            <p:cNvCxnSpPr>
              <a:stCxn id="1842" idx="5"/>
              <a:endCxn id="1798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2" name="Google Shape;1882;p13"/>
            <p:cNvCxnSpPr>
              <a:stCxn id="1841" idx="4"/>
              <a:endCxn id="1798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3" name="Google Shape;1883;p13"/>
            <p:cNvCxnSpPr>
              <a:stCxn id="1841" idx="5"/>
              <a:endCxn id="1801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4" name="Google Shape;1884;p13"/>
            <p:cNvCxnSpPr>
              <a:stCxn id="1842" idx="4"/>
              <a:endCxn id="1794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5" name="Google Shape;1885;p13"/>
            <p:cNvCxnSpPr>
              <a:stCxn id="1844" idx="5"/>
              <a:endCxn id="1804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6" name="Google Shape;1886;p13"/>
            <p:cNvCxnSpPr>
              <a:stCxn id="1843" idx="4"/>
              <a:endCxn id="1804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7" name="Google Shape;1887;p13"/>
            <p:cNvCxnSpPr>
              <a:stCxn id="1843" idx="5"/>
              <a:endCxn id="1807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8" name="Google Shape;1888;p13"/>
            <p:cNvCxnSpPr>
              <a:stCxn id="1844" idx="4"/>
              <a:endCxn id="1801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9" name="Google Shape;1889;p13"/>
            <p:cNvCxnSpPr>
              <a:stCxn id="1846" idx="5"/>
              <a:endCxn id="1810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0" name="Google Shape;1890;p13"/>
            <p:cNvCxnSpPr>
              <a:stCxn id="1845" idx="4"/>
              <a:endCxn id="1810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1" name="Google Shape;1891;p13"/>
            <p:cNvCxnSpPr>
              <a:stCxn id="1845" idx="5"/>
              <a:endCxn id="1813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2" name="Google Shape;1892;p13"/>
            <p:cNvCxnSpPr>
              <a:stCxn id="1846" idx="4"/>
              <a:endCxn id="1807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3" name="Google Shape;1893;p13"/>
            <p:cNvCxnSpPr>
              <a:stCxn id="1847" idx="4"/>
              <a:endCxn id="1813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4" name="Google Shape;1894;p13"/>
            <p:cNvCxnSpPr>
              <a:stCxn id="1847" idx="5"/>
              <a:endCxn id="1817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95" name="Google Shape;1895;p13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3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3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3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3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3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3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3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3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3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05" name="Google Shape;1905;p13"/>
            <p:cNvCxnSpPr>
              <a:stCxn id="1896" idx="3"/>
              <a:endCxn id="1904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6" name="Google Shape;1906;p13"/>
            <p:cNvCxnSpPr>
              <a:stCxn id="1743" idx="5"/>
              <a:endCxn id="1895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7" name="Google Shape;1907;p13"/>
            <p:cNvCxnSpPr>
              <a:stCxn id="1742" idx="4"/>
              <a:endCxn id="1895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8" name="Google Shape;1908;p13"/>
            <p:cNvCxnSpPr>
              <a:stCxn id="1742" idx="5"/>
              <a:endCxn id="1898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9" name="Google Shape;1909;p13"/>
            <p:cNvCxnSpPr>
              <a:stCxn id="1743" idx="4"/>
              <a:endCxn id="1896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0" name="Google Shape;1910;p13"/>
            <p:cNvCxnSpPr>
              <a:stCxn id="1745" idx="5"/>
              <a:endCxn id="1897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1" name="Google Shape;1911;p13"/>
            <p:cNvCxnSpPr>
              <a:stCxn id="1744" idx="4"/>
              <a:endCxn id="1897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2" name="Google Shape;1912;p13"/>
            <p:cNvCxnSpPr>
              <a:stCxn id="1744" idx="5"/>
              <a:endCxn id="1900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3" name="Google Shape;1913;p13"/>
            <p:cNvCxnSpPr>
              <a:stCxn id="1745" idx="4"/>
              <a:endCxn id="1898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4" name="Google Shape;1914;p13"/>
            <p:cNvCxnSpPr>
              <a:stCxn id="1747" idx="5"/>
              <a:endCxn id="1899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5" name="Google Shape;1915;p13"/>
            <p:cNvCxnSpPr>
              <a:stCxn id="1746" idx="4"/>
              <a:endCxn id="1899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6" name="Google Shape;1916;p13"/>
            <p:cNvCxnSpPr>
              <a:stCxn id="1746" idx="5"/>
              <a:endCxn id="1902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7" name="Google Shape;1917;p13"/>
            <p:cNvCxnSpPr>
              <a:stCxn id="1747" idx="4"/>
              <a:endCxn id="1900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8" name="Google Shape;1918;p13"/>
            <p:cNvCxnSpPr>
              <a:stCxn id="1749" idx="5"/>
              <a:endCxn id="1901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9" name="Google Shape;1919;p13"/>
            <p:cNvCxnSpPr>
              <a:stCxn id="1748" idx="4"/>
              <a:endCxn id="1901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0" name="Google Shape;1920;p13"/>
            <p:cNvCxnSpPr>
              <a:stCxn id="1748" idx="5"/>
              <a:endCxn id="1903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1" name="Google Shape;1921;p13"/>
            <p:cNvCxnSpPr>
              <a:stCxn id="1749" idx="4"/>
              <a:endCxn id="1902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2" name="Google Shape;1922;p13"/>
            <p:cNvCxnSpPr>
              <a:stCxn id="1750" idx="4"/>
              <a:endCxn id="1903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3" name="Google Shape;1923;p13"/>
            <p:cNvCxnSpPr>
              <a:stCxn id="1750" idx="5"/>
              <a:endCxn id="1904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24" name="Google Shape;1924;p13"/>
          <p:cNvSpPr/>
          <p:nvPr/>
        </p:nvSpPr>
        <p:spPr>
          <a:xfrm flipH="1">
            <a:off x="1043050" y="210375"/>
            <a:ext cx="7387500" cy="4722900"/>
          </a:xfrm>
          <a:prstGeom prst="homePlate">
            <a:avLst>
              <a:gd name="adj" fmla="val 24608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13"/>
          <p:cNvSpPr txBox="1">
            <a:spLocks noGrp="1"/>
          </p:cNvSpPr>
          <p:nvPr>
            <p:ph type="title"/>
          </p:nvPr>
        </p:nvSpPr>
        <p:spPr>
          <a:xfrm>
            <a:off x="2089625" y="466200"/>
            <a:ext cx="6222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26" name="Google Shape;1926;p13"/>
          <p:cNvSpPr txBox="1">
            <a:spLocks noGrp="1"/>
          </p:cNvSpPr>
          <p:nvPr>
            <p:ph type="title" idx="2" hasCustomPrompt="1"/>
          </p:nvPr>
        </p:nvSpPr>
        <p:spPr>
          <a:xfrm>
            <a:off x="3256675" y="1385464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27" name="Google Shape;1927;p13"/>
          <p:cNvSpPr txBox="1">
            <a:spLocks noGrp="1"/>
          </p:cNvSpPr>
          <p:nvPr>
            <p:ph type="title" idx="3"/>
          </p:nvPr>
        </p:nvSpPr>
        <p:spPr>
          <a:xfrm>
            <a:off x="2418750" y="1877026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28" name="Google Shape;1928;p13"/>
          <p:cNvSpPr txBox="1">
            <a:spLocks noGrp="1"/>
          </p:cNvSpPr>
          <p:nvPr>
            <p:ph type="title" idx="4"/>
          </p:nvPr>
        </p:nvSpPr>
        <p:spPr>
          <a:xfrm>
            <a:off x="2418750" y="2197551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929" name="Google Shape;1929;p13"/>
          <p:cNvSpPr txBox="1">
            <a:spLocks noGrp="1"/>
          </p:cNvSpPr>
          <p:nvPr>
            <p:ph type="title" idx="5" hasCustomPrompt="1"/>
          </p:nvPr>
        </p:nvSpPr>
        <p:spPr>
          <a:xfrm>
            <a:off x="6317950" y="1385452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0" name="Google Shape;1930;p13"/>
          <p:cNvSpPr txBox="1">
            <a:spLocks noGrp="1"/>
          </p:cNvSpPr>
          <p:nvPr>
            <p:ph type="title" idx="6"/>
          </p:nvPr>
        </p:nvSpPr>
        <p:spPr>
          <a:xfrm>
            <a:off x="5480025" y="1877026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31" name="Google Shape;1931;p13"/>
          <p:cNvSpPr txBox="1">
            <a:spLocks noGrp="1"/>
          </p:cNvSpPr>
          <p:nvPr>
            <p:ph type="title" idx="7"/>
          </p:nvPr>
        </p:nvSpPr>
        <p:spPr>
          <a:xfrm>
            <a:off x="5480025" y="2197551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932" name="Google Shape;1932;p13"/>
          <p:cNvSpPr txBox="1">
            <a:spLocks noGrp="1"/>
          </p:cNvSpPr>
          <p:nvPr>
            <p:ph type="title" idx="8" hasCustomPrompt="1"/>
          </p:nvPr>
        </p:nvSpPr>
        <p:spPr>
          <a:xfrm>
            <a:off x="3256863" y="3062906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3" name="Google Shape;1933;p13"/>
          <p:cNvSpPr txBox="1">
            <a:spLocks noGrp="1"/>
          </p:cNvSpPr>
          <p:nvPr>
            <p:ph type="title" idx="9"/>
          </p:nvPr>
        </p:nvSpPr>
        <p:spPr>
          <a:xfrm>
            <a:off x="2418750" y="3548600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34" name="Google Shape;1934;p13"/>
          <p:cNvSpPr txBox="1">
            <a:spLocks noGrp="1"/>
          </p:cNvSpPr>
          <p:nvPr>
            <p:ph type="title" idx="13"/>
          </p:nvPr>
        </p:nvSpPr>
        <p:spPr>
          <a:xfrm>
            <a:off x="2418750" y="3869100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935" name="Google Shape;1935;p13"/>
          <p:cNvSpPr txBox="1">
            <a:spLocks noGrp="1"/>
          </p:cNvSpPr>
          <p:nvPr>
            <p:ph type="title" idx="14" hasCustomPrompt="1"/>
          </p:nvPr>
        </p:nvSpPr>
        <p:spPr>
          <a:xfrm>
            <a:off x="6318063" y="3062893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6" name="Google Shape;1936;p13"/>
          <p:cNvSpPr txBox="1">
            <a:spLocks noGrp="1"/>
          </p:cNvSpPr>
          <p:nvPr>
            <p:ph type="title" idx="15"/>
          </p:nvPr>
        </p:nvSpPr>
        <p:spPr>
          <a:xfrm>
            <a:off x="5480025" y="3548600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37" name="Google Shape;1937;p13"/>
          <p:cNvSpPr txBox="1">
            <a:spLocks noGrp="1"/>
          </p:cNvSpPr>
          <p:nvPr>
            <p:ph type="title" idx="16"/>
          </p:nvPr>
        </p:nvSpPr>
        <p:spPr>
          <a:xfrm>
            <a:off x="5480025" y="3869100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_1"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9" name="Google Shape;1939;p14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1940" name="Google Shape;1940;p14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1" name="Google Shape;1941;p14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4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4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4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4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4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4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4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4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0" name="Google Shape;1950;p14"/>
            <p:cNvCxnSpPr>
              <a:stCxn id="1942" idx="1"/>
              <a:endCxn id="1951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2" name="Google Shape;1952;p14"/>
            <p:cNvCxnSpPr>
              <a:stCxn id="1941" idx="2"/>
              <a:endCxn id="1951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3" name="Google Shape;1953;p14"/>
            <p:cNvCxnSpPr>
              <a:stCxn id="1941" idx="1"/>
              <a:endCxn id="1954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5" name="Google Shape;1955;p14"/>
            <p:cNvCxnSpPr>
              <a:stCxn id="1942" idx="2"/>
              <a:endCxn id="1956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7" name="Google Shape;1957;p14"/>
            <p:cNvCxnSpPr>
              <a:stCxn id="1944" idx="1"/>
              <a:endCxn id="1958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9" name="Google Shape;1959;p14"/>
            <p:cNvCxnSpPr>
              <a:stCxn id="1943" idx="2"/>
              <a:endCxn id="1958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0" name="Google Shape;1960;p14"/>
            <p:cNvCxnSpPr>
              <a:stCxn id="1943" idx="1"/>
              <a:endCxn id="1961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2" name="Google Shape;1962;p14"/>
            <p:cNvCxnSpPr>
              <a:stCxn id="1944" idx="2"/>
              <a:endCxn id="1954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3" name="Google Shape;1963;p14"/>
            <p:cNvCxnSpPr>
              <a:stCxn id="1946" idx="1"/>
              <a:endCxn id="1964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5" name="Google Shape;1965;p14"/>
            <p:cNvCxnSpPr>
              <a:stCxn id="1945" idx="2"/>
              <a:endCxn id="1964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6" name="Google Shape;1966;p14"/>
            <p:cNvCxnSpPr>
              <a:stCxn id="1945" idx="1"/>
              <a:endCxn id="1967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8" name="Google Shape;1968;p14"/>
            <p:cNvCxnSpPr>
              <a:stCxn id="1946" idx="2"/>
              <a:endCxn id="1961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9" name="Google Shape;1969;p14"/>
            <p:cNvCxnSpPr>
              <a:stCxn id="1948" idx="1"/>
              <a:endCxn id="1970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1" name="Google Shape;1971;p14"/>
            <p:cNvCxnSpPr>
              <a:stCxn id="1947" idx="2"/>
              <a:endCxn id="1970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2" name="Google Shape;1972;p14"/>
            <p:cNvCxnSpPr>
              <a:stCxn id="1947" idx="1"/>
              <a:endCxn id="1973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4" name="Google Shape;1974;p14"/>
            <p:cNvCxnSpPr>
              <a:stCxn id="1948" idx="2"/>
              <a:endCxn id="1967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5" name="Google Shape;1975;p14"/>
            <p:cNvCxnSpPr>
              <a:stCxn id="1949" idx="2"/>
              <a:endCxn id="1973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6" name="Google Shape;1976;p14"/>
            <p:cNvCxnSpPr>
              <a:stCxn id="1949" idx="1"/>
              <a:endCxn id="1977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51" name="Google Shape;1951;p14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4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4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4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4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4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4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4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4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4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78" name="Google Shape;1978;p14"/>
            <p:cNvCxnSpPr>
              <a:stCxn id="1956" idx="3"/>
              <a:endCxn id="1977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9" name="Google Shape;1979;p14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80" name="Google Shape;1980;p14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4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4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4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4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4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4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4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4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89" name="Google Shape;1989;p14"/>
            <p:cNvCxnSpPr>
              <a:stCxn id="1981" idx="1"/>
              <a:endCxn id="1990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1" name="Google Shape;1991;p14"/>
            <p:cNvCxnSpPr>
              <a:stCxn id="1980" idx="2"/>
              <a:endCxn id="1990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2" name="Google Shape;1992;p14"/>
            <p:cNvCxnSpPr>
              <a:stCxn id="1980" idx="1"/>
              <a:endCxn id="1993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4" name="Google Shape;1994;p14"/>
            <p:cNvCxnSpPr>
              <a:stCxn id="1981" idx="2"/>
              <a:endCxn id="1995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6" name="Google Shape;1996;p14"/>
            <p:cNvCxnSpPr>
              <a:stCxn id="1983" idx="1"/>
              <a:endCxn id="1997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8" name="Google Shape;1998;p14"/>
            <p:cNvCxnSpPr>
              <a:stCxn id="1982" idx="2"/>
              <a:endCxn id="1997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9" name="Google Shape;1999;p14"/>
            <p:cNvCxnSpPr>
              <a:stCxn id="1982" idx="1"/>
              <a:endCxn id="2000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1" name="Google Shape;2001;p14"/>
            <p:cNvCxnSpPr>
              <a:stCxn id="1983" idx="2"/>
              <a:endCxn id="1993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2" name="Google Shape;2002;p14"/>
            <p:cNvCxnSpPr>
              <a:stCxn id="1985" idx="1"/>
              <a:endCxn id="2003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4" name="Google Shape;2004;p14"/>
            <p:cNvCxnSpPr>
              <a:stCxn id="1984" idx="2"/>
              <a:endCxn id="2003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5" name="Google Shape;2005;p14"/>
            <p:cNvCxnSpPr>
              <a:stCxn id="1984" idx="1"/>
              <a:endCxn id="2006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7" name="Google Shape;2007;p14"/>
            <p:cNvCxnSpPr>
              <a:stCxn id="1985" idx="2"/>
              <a:endCxn id="2000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8" name="Google Shape;2008;p14"/>
            <p:cNvCxnSpPr>
              <a:stCxn id="1987" idx="1"/>
              <a:endCxn id="2009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0" name="Google Shape;2010;p14"/>
            <p:cNvCxnSpPr>
              <a:stCxn id="1986" idx="2"/>
              <a:endCxn id="2009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1" name="Google Shape;2011;p14"/>
            <p:cNvCxnSpPr>
              <a:stCxn id="1986" idx="1"/>
              <a:endCxn id="2012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3" name="Google Shape;2013;p14"/>
            <p:cNvCxnSpPr>
              <a:stCxn id="1987" idx="2"/>
              <a:endCxn id="2006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4" name="Google Shape;2014;p14"/>
            <p:cNvCxnSpPr>
              <a:stCxn id="1988" idx="2"/>
              <a:endCxn id="2012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5" name="Google Shape;2015;p14"/>
            <p:cNvCxnSpPr>
              <a:stCxn id="1988" idx="1"/>
              <a:endCxn id="2016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17" name="Google Shape;2017;p14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1990" name="Google Shape;1990;p14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4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4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4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4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4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4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4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4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4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18" name="Google Shape;2018;p14"/>
            <p:cNvCxnSpPr>
              <a:stCxn id="1995" idx="3"/>
              <a:endCxn id="2016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9" name="Google Shape;2019;p14"/>
            <p:cNvCxnSpPr>
              <a:stCxn id="1981" idx="5"/>
              <a:endCxn id="1951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0" name="Google Shape;2020;p14"/>
            <p:cNvCxnSpPr>
              <a:stCxn id="1980" idx="4"/>
              <a:endCxn id="1951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1" name="Google Shape;2021;p14"/>
            <p:cNvCxnSpPr>
              <a:stCxn id="1980" idx="5"/>
              <a:endCxn id="1954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2" name="Google Shape;2022;p14"/>
            <p:cNvCxnSpPr>
              <a:stCxn id="1981" idx="4"/>
              <a:endCxn id="1956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3" name="Google Shape;2023;p14"/>
            <p:cNvCxnSpPr>
              <a:stCxn id="1983" idx="5"/>
              <a:endCxn id="1958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4" name="Google Shape;2024;p14"/>
            <p:cNvCxnSpPr>
              <a:stCxn id="1982" idx="4"/>
              <a:endCxn id="1958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5" name="Google Shape;2025;p14"/>
            <p:cNvCxnSpPr>
              <a:stCxn id="1982" idx="5"/>
              <a:endCxn id="1961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6" name="Google Shape;2026;p14"/>
            <p:cNvCxnSpPr>
              <a:stCxn id="1983" idx="4"/>
              <a:endCxn id="1954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7" name="Google Shape;2027;p14"/>
            <p:cNvCxnSpPr>
              <a:stCxn id="1985" idx="5"/>
              <a:endCxn id="1964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8" name="Google Shape;2028;p14"/>
            <p:cNvCxnSpPr>
              <a:stCxn id="1984" idx="4"/>
              <a:endCxn id="1964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9" name="Google Shape;2029;p14"/>
            <p:cNvCxnSpPr>
              <a:stCxn id="1984" idx="5"/>
              <a:endCxn id="1967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0" name="Google Shape;2030;p14"/>
            <p:cNvCxnSpPr>
              <a:stCxn id="1985" idx="4"/>
              <a:endCxn id="1961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1" name="Google Shape;2031;p14"/>
            <p:cNvCxnSpPr>
              <a:stCxn id="1987" idx="5"/>
              <a:endCxn id="1970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2" name="Google Shape;2032;p14"/>
            <p:cNvCxnSpPr>
              <a:stCxn id="1986" idx="4"/>
              <a:endCxn id="1970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3" name="Google Shape;2033;p14"/>
            <p:cNvCxnSpPr>
              <a:stCxn id="1986" idx="5"/>
              <a:endCxn id="1973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4" name="Google Shape;2034;p14"/>
            <p:cNvCxnSpPr>
              <a:stCxn id="1987" idx="4"/>
              <a:endCxn id="1967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5" name="Google Shape;2035;p14"/>
            <p:cNvCxnSpPr>
              <a:stCxn id="1988" idx="4"/>
              <a:endCxn id="1973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6" name="Google Shape;2036;p14"/>
            <p:cNvCxnSpPr>
              <a:stCxn id="1988" idx="5"/>
              <a:endCxn id="1977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7" name="Google Shape;2037;p14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38" name="Google Shape;2038;p14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4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4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4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4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4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4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4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4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47" name="Google Shape;2047;p14"/>
            <p:cNvCxnSpPr>
              <a:stCxn id="2039" idx="1"/>
              <a:endCxn id="2048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9" name="Google Shape;2049;p14"/>
            <p:cNvCxnSpPr>
              <a:stCxn id="2038" idx="2"/>
              <a:endCxn id="2048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0" name="Google Shape;2050;p14"/>
            <p:cNvCxnSpPr>
              <a:stCxn id="2038" idx="1"/>
              <a:endCxn id="2051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2" name="Google Shape;2052;p14"/>
            <p:cNvCxnSpPr>
              <a:stCxn id="2039" idx="2"/>
              <a:endCxn id="2053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4" name="Google Shape;2054;p14"/>
            <p:cNvCxnSpPr>
              <a:stCxn id="2041" idx="1"/>
              <a:endCxn id="2055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6" name="Google Shape;2056;p14"/>
            <p:cNvCxnSpPr>
              <a:stCxn id="2040" idx="2"/>
              <a:endCxn id="2055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7" name="Google Shape;2057;p14"/>
            <p:cNvCxnSpPr>
              <a:stCxn id="2040" idx="1"/>
              <a:endCxn id="2058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9" name="Google Shape;2059;p14"/>
            <p:cNvCxnSpPr>
              <a:stCxn id="2041" idx="2"/>
              <a:endCxn id="2051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0" name="Google Shape;2060;p14"/>
            <p:cNvCxnSpPr>
              <a:stCxn id="2043" idx="1"/>
              <a:endCxn id="2061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2" name="Google Shape;2062;p14"/>
            <p:cNvCxnSpPr>
              <a:stCxn id="2042" idx="2"/>
              <a:endCxn id="2061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3" name="Google Shape;2063;p14"/>
            <p:cNvCxnSpPr>
              <a:stCxn id="2042" idx="1"/>
              <a:endCxn id="2064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5" name="Google Shape;2065;p14"/>
            <p:cNvCxnSpPr>
              <a:stCxn id="2043" idx="2"/>
              <a:endCxn id="2058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6" name="Google Shape;2066;p14"/>
            <p:cNvCxnSpPr>
              <a:stCxn id="2045" idx="1"/>
              <a:endCxn id="2067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8" name="Google Shape;2068;p14"/>
            <p:cNvCxnSpPr>
              <a:stCxn id="2044" idx="2"/>
              <a:endCxn id="2067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9" name="Google Shape;2069;p14"/>
            <p:cNvCxnSpPr>
              <a:stCxn id="2044" idx="1"/>
              <a:endCxn id="2070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1" name="Google Shape;2071;p14"/>
            <p:cNvCxnSpPr>
              <a:stCxn id="2045" idx="2"/>
              <a:endCxn id="2064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2" name="Google Shape;2072;p14"/>
            <p:cNvCxnSpPr>
              <a:stCxn id="2046" idx="2"/>
              <a:endCxn id="2070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3" name="Google Shape;2073;p14"/>
            <p:cNvCxnSpPr>
              <a:stCxn id="2046" idx="1"/>
              <a:endCxn id="2074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48" name="Google Shape;2048;p14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4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4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4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4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4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4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4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4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4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75" name="Google Shape;2075;p14"/>
            <p:cNvCxnSpPr>
              <a:stCxn id="2053" idx="3"/>
              <a:endCxn id="2074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6" name="Google Shape;2076;p14"/>
            <p:cNvCxnSpPr>
              <a:stCxn id="2039" idx="5"/>
              <a:endCxn id="1990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7" name="Google Shape;2077;p14"/>
            <p:cNvCxnSpPr>
              <a:stCxn id="2038" idx="4"/>
              <a:endCxn id="1990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8" name="Google Shape;2078;p14"/>
            <p:cNvCxnSpPr>
              <a:stCxn id="2038" idx="5"/>
              <a:endCxn id="1993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9" name="Google Shape;2079;p14"/>
            <p:cNvCxnSpPr>
              <a:stCxn id="2039" idx="4"/>
              <a:endCxn id="1995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0" name="Google Shape;2080;p14"/>
            <p:cNvCxnSpPr>
              <a:stCxn id="2041" idx="5"/>
              <a:endCxn id="1997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1" name="Google Shape;2081;p14"/>
            <p:cNvCxnSpPr>
              <a:stCxn id="2040" idx="4"/>
              <a:endCxn id="1997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2" name="Google Shape;2082;p14"/>
            <p:cNvCxnSpPr>
              <a:stCxn id="2040" idx="5"/>
              <a:endCxn id="2000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3" name="Google Shape;2083;p14"/>
            <p:cNvCxnSpPr>
              <a:stCxn id="2041" idx="4"/>
              <a:endCxn id="1993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4" name="Google Shape;2084;p14"/>
            <p:cNvCxnSpPr>
              <a:stCxn id="2043" idx="5"/>
              <a:endCxn id="2003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5" name="Google Shape;2085;p14"/>
            <p:cNvCxnSpPr>
              <a:stCxn id="2042" idx="4"/>
              <a:endCxn id="2003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6" name="Google Shape;2086;p14"/>
            <p:cNvCxnSpPr>
              <a:stCxn id="2042" idx="5"/>
              <a:endCxn id="2006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7" name="Google Shape;2087;p14"/>
            <p:cNvCxnSpPr>
              <a:stCxn id="2043" idx="4"/>
              <a:endCxn id="2000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8" name="Google Shape;2088;p14"/>
            <p:cNvCxnSpPr>
              <a:stCxn id="2045" idx="5"/>
              <a:endCxn id="2009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9" name="Google Shape;2089;p14"/>
            <p:cNvCxnSpPr>
              <a:stCxn id="2044" idx="4"/>
              <a:endCxn id="2009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0" name="Google Shape;2090;p14"/>
            <p:cNvCxnSpPr>
              <a:stCxn id="2044" idx="5"/>
              <a:endCxn id="2012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1" name="Google Shape;2091;p14"/>
            <p:cNvCxnSpPr>
              <a:stCxn id="2045" idx="4"/>
              <a:endCxn id="2006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2" name="Google Shape;2092;p14"/>
            <p:cNvCxnSpPr>
              <a:stCxn id="2046" idx="4"/>
              <a:endCxn id="2012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3" name="Google Shape;2093;p14"/>
            <p:cNvCxnSpPr>
              <a:stCxn id="2046" idx="5"/>
              <a:endCxn id="2016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4" name="Google Shape;2094;p14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4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4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4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4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4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4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4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4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4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4" name="Google Shape;2104;p14"/>
            <p:cNvCxnSpPr>
              <a:stCxn id="2095" idx="3"/>
              <a:endCxn id="2103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5" name="Google Shape;2105;p14"/>
            <p:cNvCxnSpPr>
              <a:stCxn id="1942" idx="5"/>
              <a:endCxn id="2094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6" name="Google Shape;2106;p14"/>
            <p:cNvCxnSpPr>
              <a:stCxn id="1941" idx="4"/>
              <a:endCxn id="2094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7" name="Google Shape;2107;p14"/>
            <p:cNvCxnSpPr>
              <a:stCxn id="1941" idx="5"/>
              <a:endCxn id="2097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8" name="Google Shape;2108;p14"/>
            <p:cNvCxnSpPr>
              <a:stCxn id="1942" idx="4"/>
              <a:endCxn id="2095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9" name="Google Shape;2109;p14"/>
            <p:cNvCxnSpPr>
              <a:stCxn id="1944" idx="5"/>
              <a:endCxn id="2096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0" name="Google Shape;2110;p14"/>
            <p:cNvCxnSpPr>
              <a:stCxn id="1943" idx="4"/>
              <a:endCxn id="2096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1" name="Google Shape;2111;p14"/>
            <p:cNvCxnSpPr>
              <a:stCxn id="1943" idx="5"/>
              <a:endCxn id="2099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2" name="Google Shape;2112;p14"/>
            <p:cNvCxnSpPr>
              <a:stCxn id="1944" idx="4"/>
              <a:endCxn id="2097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3" name="Google Shape;2113;p14"/>
            <p:cNvCxnSpPr>
              <a:stCxn id="1946" idx="5"/>
              <a:endCxn id="2098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4" name="Google Shape;2114;p14"/>
            <p:cNvCxnSpPr>
              <a:stCxn id="1945" idx="4"/>
              <a:endCxn id="2098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5" name="Google Shape;2115;p14"/>
            <p:cNvCxnSpPr>
              <a:stCxn id="1945" idx="5"/>
              <a:endCxn id="2101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6" name="Google Shape;2116;p14"/>
            <p:cNvCxnSpPr>
              <a:stCxn id="1946" idx="4"/>
              <a:endCxn id="2099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7" name="Google Shape;2117;p14"/>
            <p:cNvCxnSpPr>
              <a:stCxn id="1948" idx="5"/>
              <a:endCxn id="2100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8" name="Google Shape;2118;p14"/>
            <p:cNvCxnSpPr>
              <a:stCxn id="1947" idx="4"/>
              <a:endCxn id="2100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9" name="Google Shape;2119;p14"/>
            <p:cNvCxnSpPr>
              <a:stCxn id="1947" idx="5"/>
              <a:endCxn id="2102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0" name="Google Shape;2120;p14"/>
            <p:cNvCxnSpPr>
              <a:stCxn id="1948" idx="4"/>
              <a:endCxn id="2101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1" name="Google Shape;2121;p14"/>
            <p:cNvCxnSpPr>
              <a:stCxn id="1949" idx="4"/>
              <a:endCxn id="2102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2" name="Google Shape;2122;p14"/>
            <p:cNvCxnSpPr>
              <a:stCxn id="1949" idx="5"/>
              <a:endCxn id="2103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23" name="Google Shape;2123;p14"/>
          <p:cNvSpPr/>
          <p:nvPr/>
        </p:nvSpPr>
        <p:spPr>
          <a:xfrm>
            <a:off x="1031275" y="217725"/>
            <a:ext cx="9381000" cy="4708200"/>
          </a:xfrm>
          <a:prstGeom prst="hexagon">
            <a:avLst>
              <a:gd name="adj" fmla="val 22536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p14"/>
          <p:cNvSpPr txBox="1">
            <a:spLocks noGrp="1"/>
          </p:cNvSpPr>
          <p:nvPr>
            <p:ph type="title" hasCustomPrompt="1"/>
          </p:nvPr>
        </p:nvSpPr>
        <p:spPr>
          <a:xfrm>
            <a:off x="4183225" y="2011575"/>
            <a:ext cx="42474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125" name="Google Shape;2125;p14"/>
          <p:cNvSpPr txBox="1">
            <a:spLocks noGrp="1"/>
          </p:cNvSpPr>
          <p:nvPr>
            <p:ph type="subTitle" idx="1"/>
          </p:nvPr>
        </p:nvSpPr>
        <p:spPr>
          <a:xfrm>
            <a:off x="4186525" y="2695575"/>
            <a:ext cx="42408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26" name="Google Shape;2126;p14"/>
          <p:cNvSpPr txBox="1">
            <a:spLocks noGrp="1"/>
          </p:cNvSpPr>
          <p:nvPr>
            <p:ph type="title" idx="2" hasCustomPrompt="1"/>
          </p:nvPr>
        </p:nvSpPr>
        <p:spPr>
          <a:xfrm>
            <a:off x="4183225" y="662675"/>
            <a:ext cx="42474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127" name="Google Shape;2127;p14"/>
          <p:cNvSpPr txBox="1">
            <a:spLocks noGrp="1"/>
          </p:cNvSpPr>
          <p:nvPr>
            <p:ph type="subTitle" idx="3"/>
          </p:nvPr>
        </p:nvSpPr>
        <p:spPr>
          <a:xfrm>
            <a:off x="4183225" y="1346675"/>
            <a:ext cx="42474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14"/>
          <p:cNvSpPr txBox="1">
            <a:spLocks noGrp="1"/>
          </p:cNvSpPr>
          <p:nvPr>
            <p:ph type="title" idx="4" hasCustomPrompt="1"/>
          </p:nvPr>
        </p:nvSpPr>
        <p:spPr>
          <a:xfrm>
            <a:off x="4183225" y="3360475"/>
            <a:ext cx="4247400" cy="6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129" name="Google Shape;2129;p14"/>
          <p:cNvSpPr txBox="1">
            <a:spLocks noGrp="1"/>
          </p:cNvSpPr>
          <p:nvPr>
            <p:ph type="subTitle" idx="5"/>
          </p:nvPr>
        </p:nvSpPr>
        <p:spPr>
          <a:xfrm>
            <a:off x="4186525" y="4044525"/>
            <a:ext cx="42408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1" name="Google Shape;2131;p15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2132" name="Google Shape;2132;p15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33" name="Google Shape;2133;p15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5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5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5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5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5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5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5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2" name="Google Shape;2142;p15"/>
            <p:cNvCxnSpPr>
              <a:stCxn id="2134" idx="1"/>
              <a:endCxn id="2143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4" name="Google Shape;2144;p15"/>
            <p:cNvCxnSpPr>
              <a:stCxn id="2133" idx="2"/>
              <a:endCxn id="2143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5" name="Google Shape;2145;p15"/>
            <p:cNvCxnSpPr>
              <a:stCxn id="2133" idx="1"/>
              <a:endCxn id="2146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7" name="Google Shape;2147;p15"/>
            <p:cNvCxnSpPr>
              <a:stCxn id="2134" idx="2"/>
              <a:endCxn id="2148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9" name="Google Shape;2149;p15"/>
            <p:cNvCxnSpPr>
              <a:stCxn id="2136" idx="1"/>
              <a:endCxn id="2150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1" name="Google Shape;2151;p15"/>
            <p:cNvCxnSpPr>
              <a:stCxn id="2135" idx="2"/>
              <a:endCxn id="2150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2" name="Google Shape;2152;p15"/>
            <p:cNvCxnSpPr>
              <a:stCxn id="2135" idx="1"/>
              <a:endCxn id="2153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4" name="Google Shape;2154;p15"/>
            <p:cNvCxnSpPr>
              <a:stCxn id="2136" idx="2"/>
              <a:endCxn id="2146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5" name="Google Shape;2155;p15"/>
            <p:cNvCxnSpPr>
              <a:stCxn id="2138" idx="1"/>
              <a:endCxn id="2156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7" name="Google Shape;2157;p15"/>
            <p:cNvCxnSpPr>
              <a:stCxn id="2137" idx="2"/>
              <a:endCxn id="2156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8" name="Google Shape;2158;p15"/>
            <p:cNvCxnSpPr>
              <a:stCxn id="2137" idx="1"/>
              <a:endCxn id="2159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0" name="Google Shape;2160;p15"/>
            <p:cNvCxnSpPr>
              <a:stCxn id="2138" idx="2"/>
              <a:endCxn id="2153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1" name="Google Shape;2161;p15"/>
            <p:cNvCxnSpPr>
              <a:stCxn id="2140" idx="1"/>
              <a:endCxn id="2162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3" name="Google Shape;2163;p15"/>
            <p:cNvCxnSpPr>
              <a:stCxn id="2139" idx="2"/>
              <a:endCxn id="2162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4" name="Google Shape;2164;p15"/>
            <p:cNvCxnSpPr>
              <a:stCxn id="2139" idx="1"/>
              <a:endCxn id="2165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6" name="Google Shape;2166;p15"/>
            <p:cNvCxnSpPr>
              <a:stCxn id="2140" idx="2"/>
              <a:endCxn id="2159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7" name="Google Shape;2167;p15"/>
            <p:cNvCxnSpPr>
              <a:stCxn id="2141" idx="2"/>
              <a:endCxn id="2165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8" name="Google Shape;2168;p15"/>
            <p:cNvCxnSpPr>
              <a:stCxn id="2141" idx="1"/>
              <a:endCxn id="2169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43" name="Google Shape;2143;p15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5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5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5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5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5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5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5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5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5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0" name="Google Shape;2170;p15"/>
            <p:cNvCxnSpPr>
              <a:stCxn id="2148" idx="3"/>
              <a:endCxn id="2169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1" name="Google Shape;2171;p15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2" name="Google Shape;2172;p15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5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5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5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5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5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5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5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5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81" name="Google Shape;2181;p15"/>
            <p:cNvCxnSpPr>
              <a:stCxn id="2173" idx="1"/>
              <a:endCxn id="2182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3" name="Google Shape;2183;p15"/>
            <p:cNvCxnSpPr>
              <a:stCxn id="2172" idx="2"/>
              <a:endCxn id="2182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4" name="Google Shape;2184;p15"/>
            <p:cNvCxnSpPr>
              <a:stCxn id="2172" idx="1"/>
              <a:endCxn id="2185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6" name="Google Shape;2186;p15"/>
            <p:cNvCxnSpPr>
              <a:stCxn id="2173" idx="2"/>
              <a:endCxn id="2187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8" name="Google Shape;2188;p15"/>
            <p:cNvCxnSpPr>
              <a:stCxn id="2175" idx="1"/>
              <a:endCxn id="2189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0" name="Google Shape;2190;p15"/>
            <p:cNvCxnSpPr>
              <a:stCxn id="2174" idx="2"/>
              <a:endCxn id="2189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1" name="Google Shape;2191;p15"/>
            <p:cNvCxnSpPr>
              <a:stCxn id="2174" idx="1"/>
              <a:endCxn id="2192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3" name="Google Shape;2193;p15"/>
            <p:cNvCxnSpPr>
              <a:stCxn id="2175" idx="2"/>
              <a:endCxn id="2185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4" name="Google Shape;2194;p15"/>
            <p:cNvCxnSpPr>
              <a:stCxn id="2177" idx="1"/>
              <a:endCxn id="2195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6" name="Google Shape;2196;p15"/>
            <p:cNvCxnSpPr>
              <a:stCxn id="2176" idx="2"/>
              <a:endCxn id="2195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7" name="Google Shape;2197;p15"/>
            <p:cNvCxnSpPr>
              <a:stCxn id="2176" idx="1"/>
              <a:endCxn id="2198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9" name="Google Shape;2199;p15"/>
            <p:cNvCxnSpPr>
              <a:stCxn id="2177" idx="2"/>
              <a:endCxn id="2192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0" name="Google Shape;2200;p15"/>
            <p:cNvCxnSpPr>
              <a:stCxn id="2179" idx="1"/>
              <a:endCxn id="2201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2" name="Google Shape;2202;p15"/>
            <p:cNvCxnSpPr>
              <a:stCxn id="2178" idx="2"/>
              <a:endCxn id="2201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3" name="Google Shape;2203;p15"/>
            <p:cNvCxnSpPr>
              <a:stCxn id="2178" idx="1"/>
              <a:endCxn id="2204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5" name="Google Shape;2205;p15"/>
            <p:cNvCxnSpPr>
              <a:stCxn id="2179" idx="2"/>
              <a:endCxn id="2198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6" name="Google Shape;2206;p15"/>
            <p:cNvCxnSpPr>
              <a:stCxn id="2180" idx="2"/>
              <a:endCxn id="2204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7" name="Google Shape;2207;p15"/>
            <p:cNvCxnSpPr>
              <a:stCxn id="2180" idx="1"/>
              <a:endCxn id="2208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09" name="Google Shape;2209;p15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2182" name="Google Shape;2182;p15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15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15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15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15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15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15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15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15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15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210" name="Google Shape;2210;p15"/>
            <p:cNvCxnSpPr>
              <a:stCxn id="2187" idx="3"/>
              <a:endCxn id="2208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1" name="Google Shape;2211;p15"/>
            <p:cNvCxnSpPr>
              <a:stCxn id="2173" idx="5"/>
              <a:endCxn id="2143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2" name="Google Shape;2212;p15"/>
            <p:cNvCxnSpPr>
              <a:stCxn id="2172" idx="4"/>
              <a:endCxn id="2143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3" name="Google Shape;2213;p15"/>
            <p:cNvCxnSpPr>
              <a:stCxn id="2172" idx="5"/>
              <a:endCxn id="2146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4" name="Google Shape;2214;p15"/>
            <p:cNvCxnSpPr>
              <a:stCxn id="2173" idx="4"/>
              <a:endCxn id="2148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5" name="Google Shape;2215;p15"/>
            <p:cNvCxnSpPr>
              <a:stCxn id="2175" idx="5"/>
              <a:endCxn id="2150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6" name="Google Shape;2216;p15"/>
            <p:cNvCxnSpPr>
              <a:stCxn id="2174" idx="4"/>
              <a:endCxn id="2150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7" name="Google Shape;2217;p15"/>
            <p:cNvCxnSpPr>
              <a:stCxn id="2174" idx="5"/>
              <a:endCxn id="2153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8" name="Google Shape;2218;p15"/>
            <p:cNvCxnSpPr>
              <a:stCxn id="2175" idx="4"/>
              <a:endCxn id="2146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9" name="Google Shape;2219;p15"/>
            <p:cNvCxnSpPr>
              <a:stCxn id="2177" idx="5"/>
              <a:endCxn id="2156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0" name="Google Shape;2220;p15"/>
            <p:cNvCxnSpPr>
              <a:stCxn id="2176" idx="4"/>
              <a:endCxn id="2156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1" name="Google Shape;2221;p15"/>
            <p:cNvCxnSpPr>
              <a:stCxn id="2176" idx="5"/>
              <a:endCxn id="2159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2" name="Google Shape;2222;p15"/>
            <p:cNvCxnSpPr>
              <a:stCxn id="2177" idx="4"/>
              <a:endCxn id="2153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3" name="Google Shape;2223;p15"/>
            <p:cNvCxnSpPr>
              <a:stCxn id="2179" idx="5"/>
              <a:endCxn id="2162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4" name="Google Shape;2224;p15"/>
            <p:cNvCxnSpPr>
              <a:stCxn id="2178" idx="4"/>
              <a:endCxn id="2162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5" name="Google Shape;2225;p15"/>
            <p:cNvCxnSpPr>
              <a:stCxn id="2178" idx="5"/>
              <a:endCxn id="2165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6" name="Google Shape;2226;p15"/>
            <p:cNvCxnSpPr>
              <a:stCxn id="2179" idx="4"/>
              <a:endCxn id="2159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7" name="Google Shape;2227;p15"/>
            <p:cNvCxnSpPr>
              <a:stCxn id="2180" idx="4"/>
              <a:endCxn id="2165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8" name="Google Shape;2228;p15"/>
            <p:cNvCxnSpPr>
              <a:stCxn id="2180" idx="5"/>
              <a:endCxn id="2169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9" name="Google Shape;2229;p15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30" name="Google Shape;2230;p15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5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5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5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5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5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5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5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5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39" name="Google Shape;2239;p15"/>
            <p:cNvCxnSpPr>
              <a:stCxn id="2231" idx="1"/>
              <a:endCxn id="2240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1" name="Google Shape;2241;p15"/>
            <p:cNvCxnSpPr>
              <a:stCxn id="2230" idx="2"/>
              <a:endCxn id="2240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2" name="Google Shape;2242;p15"/>
            <p:cNvCxnSpPr>
              <a:stCxn id="2230" idx="1"/>
              <a:endCxn id="2243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4" name="Google Shape;2244;p15"/>
            <p:cNvCxnSpPr>
              <a:stCxn id="2231" idx="2"/>
              <a:endCxn id="2245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6" name="Google Shape;2246;p15"/>
            <p:cNvCxnSpPr>
              <a:stCxn id="2233" idx="1"/>
              <a:endCxn id="2247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8" name="Google Shape;2248;p15"/>
            <p:cNvCxnSpPr>
              <a:stCxn id="2232" idx="2"/>
              <a:endCxn id="2247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9" name="Google Shape;2249;p15"/>
            <p:cNvCxnSpPr>
              <a:stCxn id="2232" idx="1"/>
              <a:endCxn id="2250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1" name="Google Shape;2251;p15"/>
            <p:cNvCxnSpPr>
              <a:stCxn id="2233" idx="2"/>
              <a:endCxn id="2243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2" name="Google Shape;2252;p15"/>
            <p:cNvCxnSpPr>
              <a:stCxn id="2235" idx="1"/>
              <a:endCxn id="2253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4" name="Google Shape;2254;p15"/>
            <p:cNvCxnSpPr>
              <a:stCxn id="2234" idx="2"/>
              <a:endCxn id="2253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" name="Google Shape;2255;p15"/>
            <p:cNvCxnSpPr>
              <a:stCxn id="2234" idx="1"/>
              <a:endCxn id="2256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7" name="Google Shape;2257;p15"/>
            <p:cNvCxnSpPr>
              <a:stCxn id="2235" idx="2"/>
              <a:endCxn id="2250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8" name="Google Shape;2258;p15"/>
            <p:cNvCxnSpPr>
              <a:stCxn id="2237" idx="1"/>
              <a:endCxn id="2259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0" name="Google Shape;2260;p15"/>
            <p:cNvCxnSpPr>
              <a:stCxn id="2236" idx="2"/>
              <a:endCxn id="2259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1" name="Google Shape;2261;p15"/>
            <p:cNvCxnSpPr>
              <a:stCxn id="2236" idx="1"/>
              <a:endCxn id="2262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3" name="Google Shape;2263;p15"/>
            <p:cNvCxnSpPr>
              <a:stCxn id="2237" idx="2"/>
              <a:endCxn id="2256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4" name="Google Shape;2264;p15"/>
            <p:cNvCxnSpPr>
              <a:stCxn id="2238" idx="2"/>
              <a:endCxn id="2262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5" name="Google Shape;2265;p15"/>
            <p:cNvCxnSpPr>
              <a:stCxn id="2238" idx="1"/>
              <a:endCxn id="2266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40" name="Google Shape;2240;p15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5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5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5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5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5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5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5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5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5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67" name="Google Shape;2267;p15"/>
            <p:cNvCxnSpPr>
              <a:stCxn id="2245" idx="3"/>
              <a:endCxn id="2266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8" name="Google Shape;2268;p15"/>
            <p:cNvCxnSpPr>
              <a:stCxn id="2231" idx="5"/>
              <a:endCxn id="2182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9" name="Google Shape;2269;p15"/>
            <p:cNvCxnSpPr>
              <a:stCxn id="2230" idx="4"/>
              <a:endCxn id="2182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0" name="Google Shape;2270;p15"/>
            <p:cNvCxnSpPr>
              <a:stCxn id="2230" idx="5"/>
              <a:endCxn id="2185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1" name="Google Shape;2271;p15"/>
            <p:cNvCxnSpPr>
              <a:stCxn id="2231" idx="4"/>
              <a:endCxn id="2187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2" name="Google Shape;2272;p15"/>
            <p:cNvCxnSpPr>
              <a:stCxn id="2233" idx="5"/>
              <a:endCxn id="2189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3" name="Google Shape;2273;p15"/>
            <p:cNvCxnSpPr>
              <a:stCxn id="2232" idx="4"/>
              <a:endCxn id="2189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4" name="Google Shape;2274;p15"/>
            <p:cNvCxnSpPr>
              <a:stCxn id="2232" idx="5"/>
              <a:endCxn id="2192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5" name="Google Shape;2275;p15"/>
            <p:cNvCxnSpPr>
              <a:stCxn id="2233" idx="4"/>
              <a:endCxn id="2185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6" name="Google Shape;2276;p15"/>
            <p:cNvCxnSpPr>
              <a:stCxn id="2235" idx="5"/>
              <a:endCxn id="2195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7" name="Google Shape;2277;p15"/>
            <p:cNvCxnSpPr>
              <a:stCxn id="2234" idx="4"/>
              <a:endCxn id="2195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8" name="Google Shape;2278;p15"/>
            <p:cNvCxnSpPr>
              <a:stCxn id="2234" idx="5"/>
              <a:endCxn id="2198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9" name="Google Shape;2279;p15"/>
            <p:cNvCxnSpPr>
              <a:stCxn id="2235" idx="4"/>
              <a:endCxn id="2192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0" name="Google Shape;2280;p15"/>
            <p:cNvCxnSpPr>
              <a:stCxn id="2237" idx="5"/>
              <a:endCxn id="2201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1" name="Google Shape;2281;p15"/>
            <p:cNvCxnSpPr>
              <a:stCxn id="2236" idx="4"/>
              <a:endCxn id="2201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2" name="Google Shape;2282;p15"/>
            <p:cNvCxnSpPr>
              <a:stCxn id="2236" idx="5"/>
              <a:endCxn id="2204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3" name="Google Shape;2283;p15"/>
            <p:cNvCxnSpPr>
              <a:stCxn id="2237" idx="4"/>
              <a:endCxn id="2198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4" name="Google Shape;2284;p15"/>
            <p:cNvCxnSpPr>
              <a:stCxn id="2238" idx="4"/>
              <a:endCxn id="2204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5" name="Google Shape;2285;p15"/>
            <p:cNvCxnSpPr>
              <a:stCxn id="2238" idx="5"/>
              <a:endCxn id="2208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86" name="Google Shape;2286;p15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15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15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6" name="Google Shape;2296;p15"/>
            <p:cNvCxnSpPr>
              <a:stCxn id="2287" idx="3"/>
              <a:endCxn id="2295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7" name="Google Shape;2297;p15"/>
            <p:cNvCxnSpPr>
              <a:stCxn id="2134" idx="5"/>
              <a:endCxn id="2286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8" name="Google Shape;2298;p15"/>
            <p:cNvCxnSpPr>
              <a:stCxn id="2133" idx="4"/>
              <a:endCxn id="2286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9" name="Google Shape;2299;p15"/>
            <p:cNvCxnSpPr>
              <a:stCxn id="2133" idx="5"/>
              <a:endCxn id="2289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0" name="Google Shape;2300;p15"/>
            <p:cNvCxnSpPr>
              <a:stCxn id="2134" idx="4"/>
              <a:endCxn id="2287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1" name="Google Shape;2301;p15"/>
            <p:cNvCxnSpPr>
              <a:stCxn id="2136" idx="5"/>
              <a:endCxn id="2288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2" name="Google Shape;2302;p15"/>
            <p:cNvCxnSpPr>
              <a:stCxn id="2135" idx="4"/>
              <a:endCxn id="2288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3" name="Google Shape;2303;p15"/>
            <p:cNvCxnSpPr>
              <a:stCxn id="2135" idx="5"/>
              <a:endCxn id="2291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4" name="Google Shape;2304;p15"/>
            <p:cNvCxnSpPr>
              <a:stCxn id="2136" idx="4"/>
              <a:endCxn id="2289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5" name="Google Shape;2305;p15"/>
            <p:cNvCxnSpPr>
              <a:stCxn id="2138" idx="5"/>
              <a:endCxn id="2290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6" name="Google Shape;2306;p15"/>
            <p:cNvCxnSpPr>
              <a:stCxn id="2137" idx="4"/>
              <a:endCxn id="2290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7" name="Google Shape;2307;p15"/>
            <p:cNvCxnSpPr>
              <a:stCxn id="2137" idx="5"/>
              <a:endCxn id="2293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8" name="Google Shape;2308;p15"/>
            <p:cNvCxnSpPr>
              <a:stCxn id="2138" idx="4"/>
              <a:endCxn id="2291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9" name="Google Shape;2309;p15"/>
            <p:cNvCxnSpPr>
              <a:stCxn id="2140" idx="5"/>
              <a:endCxn id="2292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0" name="Google Shape;2310;p15"/>
            <p:cNvCxnSpPr>
              <a:stCxn id="2139" idx="4"/>
              <a:endCxn id="2292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1" name="Google Shape;2311;p15"/>
            <p:cNvCxnSpPr>
              <a:stCxn id="2139" idx="5"/>
              <a:endCxn id="2294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2" name="Google Shape;2312;p15"/>
            <p:cNvCxnSpPr>
              <a:stCxn id="2140" idx="4"/>
              <a:endCxn id="2293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3" name="Google Shape;2313;p15"/>
            <p:cNvCxnSpPr>
              <a:stCxn id="2141" idx="4"/>
              <a:endCxn id="2294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4" name="Google Shape;2314;p15"/>
            <p:cNvCxnSpPr>
              <a:stCxn id="2141" idx="5"/>
              <a:endCxn id="2295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15" name="Google Shape;2315;p15"/>
          <p:cNvSpPr/>
          <p:nvPr/>
        </p:nvSpPr>
        <p:spPr>
          <a:xfrm>
            <a:off x="-25" y="217725"/>
            <a:ext cx="9144000" cy="4708200"/>
          </a:xfrm>
          <a:prstGeom prst="hexagon">
            <a:avLst>
              <a:gd name="adj" fmla="val 22650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p15"/>
          <p:cNvSpPr txBox="1">
            <a:spLocks noGrp="1"/>
          </p:cNvSpPr>
          <p:nvPr>
            <p:ph type="title" hasCustomPrompt="1"/>
          </p:nvPr>
        </p:nvSpPr>
        <p:spPr>
          <a:xfrm>
            <a:off x="3971824" y="1767100"/>
            <a:ext cx="12003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17" name="Google Shape;2317;p15"/>
          <p:cNvSpPr txBox="1">
            <a:spLocks noGrp="1"/>
          </p:cNvSpPr>
          <p:nvPr>
            <p:ph type="title" idx="2"/>
          </p:nvPr>
        </p:nvSpPr>
        <p:spPr>
          <a:xfrm>
            <a:off x="3346201" y="2367450"/>
            <a:ext cx="24516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18" name="Google Shape;2318;p15"/>
          <p:cNvSpPr txBox="1">
            <a:spLocks noGrp="1"/>
          </p:cNvSpPr>
          <p:nvPr>
            <p:ph type="title" idx="3"/>
          </p:nvPr>
        </p:nvSpPr>
        <p:spPr>
          <a:xfrm>
            <a:off x="3346199" y="2746650"/>
            <a:ext cx="2451600" cy="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319" name="Google Shape;2319;p15"/>
          <p:cNvSpPr txBox="1">
            <a:spLocks noGrp="1"/>
          </p:cNvSpPr>
          <p:nvPr>
            <p:ph type="title" idx="4" hasCustomPrompt="1"/>
          </p:nvPr>
        </p:nvSpPr>
        <p:spPr>
          <a:xfrm>
            <a:off x="1339113" y="1767100"/>
            <a:ext cx="12003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0" name="Google Shape;2320;p15"/>
          <p:cNvSpPr txBox="1">
            <a:spLocks noGrp="1"/>
          </p:cNvSpPr>
          <p:nvPr>
            <p:ph type="title" idx="5"/>
          </p:nvPr>
        </p:nvSpPr>
        <p:spPr>
          <a:xfrm>
            <a:off x="713588" y="2367450"/>
            <a:ext cx="24516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21" name="Google Shape;2321;p15"/>
          <p:cNvSpPr txBox="1">
            <a:spLocks noGrp="1"/>
          </p:cNvSpPr>
          <p:nvPr>
            <p:ph type="title" idx="6"/>
          </p:nvPr>
        </p:nvSpPr>
        <p:spPr>
          <a:xfrm>
            <a:off x="713488" y="2746650"/>
            <a:ext cx="2451600" cy="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322" name="Google Shape;2322;p15"/>
          <p:cNvSpPr txBox="1">
            <a:spLocks noGrp="1"/>
          </p:cNvSpPr>
          <p:nvPr>
            <p:ph type="title" idx="7" hasCustomPrompt="1"/>
          </p:nvPr>
        </p:nvSpPr>
        <p:spPr>
          <a:xfrm>
            <a:off x="6604536" y="1767100"/>
            <a:ext cx="12003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23" name="Google Shape;2323;p15"/>
          <p:cNvSpPr txBox="1">
            <a:spLocks noGrp="1"/>
          </p:cNvSpPr>
          <p:nvPr>
            <p:ph type="title" idx="8"/>
          </p:nvPr>
        </p:nvSpPr>
        <p:spPr>
          <a:xfrm>
            <a:off x="5978840" y="2367450"/>
            <a:ext cx="24516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24" name="Google Shape;2324;p15"/>
          <p:cNvSpPr txBox="1">
            <a:spLocks noGrp="1"/>
          </p:cNvSpPr>
          <p:nvPr>
            <p:ph type="title" idx="9"/>
          </p:nvPr>
        </p:nvSpPr>
        <p:spPr>
          <a:xfrm>
            <a:off x="5978912" y="2746650"/>
            <a:ext cx="2451600" cy="7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325" name="Google Shape;2325;p15"/>
          <p:cNvSpPr txBox="1">
            <a:spLocks noGrp="1"/>
          </p:cNvSpPr>
          <p:nvPr>
            <p:ph type="title" idx="13"/>
          </p:nvPr>
        </p:nvSpPr>
        <p:spPr>
          <a:xfrm>
            <a:off x="713400" y="44502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">
    <p:spTree>
      <p:nvGrpSpPr>
        <p:cNvPr id="1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6" name="Google Shape;2526;p17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2527" name="Google Shape;2527;p17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28" name="Google Shape;2528;p17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37" name="Google Shape;2537;p17"/>
            <p:cNvCxnSpPr>
              <a:stCxn id="2529" idx="1"/>
              <a:endCxn id="2538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9" name="Google Shape;2539;p17"/>
            <p:cNvCxnSpPr>
              <a:stCxn id="2528" idx="2"/>
              <a:endCxn id="2538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0" name="Google Shape;2540;p17"/>
            <p:cNvCxnSpPr>
              <a:stCxn id="2528" idx="1"/>
              <a:endCxn id="2541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2" name="Google Shape;2542;p17"/>
            <p:cNvCxnSpPr>
              <a:stCxn id="2529" idx="2"/>
              <a:endCxn id="2543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4" name="Google Shape;2544;p17"/>
            <p:cNvCxnSpPr>
              <a:stCxn id="2531" idx="1"/>
              <a:endCxn id="2545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6" name="Google Shape;2546;p17"/>
            <p:cNvCxnSpPr>
              <a:stCxn id="2530" idx="2"/>
              <a:endCxn id="2545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7" name="Google Shape;2547;p17"/>
            <p:cNvCxnSpPr>
              <a:stCxn id="2530" idx="1"/>
              <a:endCxn id="2548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9" name="Google Shape;2549;p17"/>
            <p:cNvCxnSpPr>
              <a:stCxn id="2531" idx="2"/>
              <a:endCxn id="2541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0" name="Google Shape;2550;p17"/>
            <p:cNvCxnSpPr>
              <a:stCxn id="2533" idx="1"/>
              <a:endCxn id="2551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2" name="Google Shape;2552;p17"/>
            <p:cNvCxnSpPr>
              <a:stCxn id="2532" idx="2"/>
              <a:endCxn id="2551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3" name="Google Shape;2553;p17"/>
            <p:cNvCxnSpPr>
              <a:stCxn id="2532" idx="1"/>
              <a:endCxn id="2554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5" name="Google Shape;2555;p17"/>
            <p:cNvCxnSpPr>
              <a:stCxn id="2533" idx="2"/>
              <a:endCxn id="2548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6" name="Google Shape;2556;p17"/>
            <p:cNvCxnSpPr>
              <a:stCxn id="2535" idx="1"/>
              <a:endCxn id="2557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8" name="Google Shape;2558;p17"/>
            <p:cNvCxnSpPr>
              <a:stCxn id="2534" idx="2"/>
              <a:endCxn id="2557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9" name="Google Shape;2559;p17"/>
            <p:cNvCxnSpPr>
              <a:stCxn id="2534" idx="1"/>
              <a:endCxn id="2560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1" name="Google Shape;2561;p17"/>
            <p:cNvCxnSpPr>
              <a:stCxn id="2535" idx="2"/>
              <a:endCxn id="2554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2" name="Google Shape;2562;p17"/>
            <p:cNvCxnSpPr>
              <a:stCxn id="2536" idx="2"/>
              <a:endCxn id="2560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3" name="Google Shape;2563;p17"/>
            <p:cNvCxnSpPr>
              <a:stCxn id="2536" idx="1"/>
              <a:endCxn id="2564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8" name="Google Shape;2538;p17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7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7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7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65" name="Google Shape;2565;p17"/>
            <p:cNvCxnSpPr>
              <a:stCxn id="2543" idx="3"/>
              <a:endCxn id="2564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6" name="Google Shape;2566;p17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7" name="Google Shape;2567;p17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76" name="Google Shape;2576;p17"/>
            <p:cNvCxnSpPr>
              <a:stCxn id="2568" idx="1"/>
              <a:endCxn id="2577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8" name="Google Shape;2578;p17"/>
            <p:cNvCxnSpPr>
              <a:stCxn id="2567" idx="2"/>
              <a:endCxn id="2577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9" name="Google Shape;2579;p17"/>
            <p:cNvCxnSpPr>
              <a:stCxn id="2567" idx="1"/>
              <a:endCxn id="2580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1" name="Google Shape;2581;p17"/>
            <p:cNvCxnSpPr>
              <a:stCxn id="2568" idx="2"/>
              <a:endCxn id="2582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3" name="Google Shape;2583;p17"/>
            <p:cNvCxnSpPr>
              <a:stCxn id="2570" idx="1"/>
              <a:endCxn id="2584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5" name="Google Shape;2585;p17"/>
            <p:cNvCxnSpPr>
              <a:stCxn id="2569" idx="2"/>
              <a:endCxn id="2584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6" name="Google Shape;2586;p17"/>
            <p:cNvCxnSpPr>
              <a:stCxn id="2569" idx="1"/>
              <a:endCxn id="2587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8" name="Google Shape;2588;p17"/>
            <p:cNvCxnSpPr>
              <a:stCxn id="2570" idx="2"/>
              <a:endCxn id="2580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9" name="Google Shape;2589;p17"/>
            <p:cNvCxnSpPr>
              <a:stCxn id="2572" idx="1"/>
              <a:endCxn id="2590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1" name="Google Shape;2591;p17"/>
            <p:cNvCxnSpPr>
              <a:stCxn id="2571" idx="2"/>
              <a:endCxn id="2590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2" name="Google Shape;2592;p17"/>
            <p:cNvCxnSpPr>
              <a:stCxn id="2571" idx="1"/>
              <a:endCxn id="2593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4" name="Google Shape;2594;p17"/>
            <p:cNvCxnSpPr>
              <a:stCxn id="2572" idx="2"/>
              <a:endCxn id="2587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5" name="Google Shape;2595;p17"/>
            <p:cNvCxnSpPr>
              <a:stCxn id="2574" idx="1"/>
              <a:endCxn id="2596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7" name="Google Shape;2597;p17"/>
            <p:cNvCxnSpPr>
              <a:stCxn id="2573" idx="2"/>
              <a:endCxn id="2596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8" name="Google Shape;2598;p17"/>
            <p:cNvCxnSpPr>
              <a:stCxn id="2573" idx="1"/>
              <a:endCxn id="2599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0" name="Google Shape;2600;p17"/>
            <p:cNvCxnSpPr>
              <a:stCxn id="2574" idx="2"/>
              <a:endCxn id="2593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1" name="Google Shape;2601;p17"/>
            <p:cNvCxnSpPr>
              <a:stCxn id="2575" idx="2"/>
              <a:endCxn id="2599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2" name="Google Shape;2602;p17"/>
            <p:cNvCxnSpPr>
              <a:stCxn id="2575" idx="1"/>
              <a:endCxn id="2603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04" name="Google Shape;2604;p17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2577" name="Google Shape;2577;p17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17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17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17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7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7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17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17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17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17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05" name="Google Shape;2605;p17"/>
            <p:cNvCxnSpPr>
              <a:stCxn id="2582" idx="3"/>
              <a:endCxn id="2603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6" name="Google Shape;2606;p17"/>
            <p:cNvCxnSpPr>
              <a:stCxn id="2568" idx="5"/>
              <a:endCxn id="2538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7" name="Google Shape;2607;p17"/>
            <p:cNvCxnSpPr>
              <a:stCxn id="2567" idx="4"/>
              <a:endCxn id="2538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8" name="Google Shape;2608;p17"/>
            <p:cNvCxnSpPr>
              <a:stCxn id="2567" idx="5"/>
              <a:endCxn id="2541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9" name="Google Shape;2609;p17"/>
            <p:cNvCxnSpPr>
              <a:stCxn id="2568" idx="4"/>
              <a:endCxn id="2543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0" name="Google Shape;2610;p17"/>
            <p:cNvCxnSpPr>
              <a:stCxn id="2570" idx="5"/>
              <a:endCxn id="2545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1" name="Google Shape;2611;p17"/>
            <p:cNvCxnSpPr>
              <a:stCxn id="2569" idx="4"/>
              <a:endCxn id="2545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2" name="Google Shape;2612;p17"/>
            <p:cNvCxnSpPr>
              <a:stCxn id="2569" idx="5"/>
              <a:endCxn id="2548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3" name="Google Shape;2613;p17"/>
            <p:cNvCxnSpPr>
              <a:stCxn id="2570" idx="4"/>
              <a:endCxn id="2541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4" name="Google Shape;2614;p17"/>
            <p:cNvCxnSpPr>
              <a:stCxn id="2572" idx="5"/>
              <a:endCxn id="2551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5" name="Google Shape;2615;p17"/>
            <p:cNvCxnSpPr>
              <a:stCxn id="2571" idx="4"/>
              <a:endCxn id="2551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6" name="Google Shape;2616;p17"/>
            <p:cNvCxnSpPr>
              <a:stCxn id="2571" idx="5"/>
              <a:endCxn id="2554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7" name="Google Shape;2617;p17"/>
            <p:cNvCxnSpPr>
              <a:stCxn id="2572" idx="4"/>
              <a:endCxn id="2548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8" name="Google Shape;2618;p17"/>
            <p:cNvCxnSpPr>
              <a:stCxn id="2574" idx="5"/>
              <a:endCxn id="2557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19" name="Google Shape;2619;p17"/>
            <p:cNvCxnSpPr>
              <a:stCxn id="2573" idx="4"/>
              <a:endCxn id="2557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0" name="Google Shape;2620;p17"/>
            <p:cNvCxnSpPr>
              <a:stCxn id="2573" idx="5"/>
              <a:endCxn id="2560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1" name="Google Shape;2621;p17"/>
            <p:cNvCxnSpPr>
              <a:stCxn id="2574" idx="4"/>
              <a:endCxn id="2554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2" name="Google Shape;2622;p17"/>
            <p:cNvCxnSpPr>
              <a:stCxn id="2575" idx="4"/>
              <a:endCxn id="2560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3" name="Google Shape;2623;p17"/>
            <p:cNvCxnSpPr>
              <a:stCxn id="2575" idx="5"/>
              <a:endCxn id="2564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4" name="Google Shape;2624;p17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5" name="Google Shape;2625;p17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34" name="Google Shape;2634;p17"/>
            <p:cNvCxnSpPr>
              <a:stCxn id="2626" idx="1"/>
              <a:endCxn id="2635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6" name="Google Shape;2636;p17"/>
            <p:cNvCxnSpPr>
              <a:stCxn id="2625" idx="2"/>
              <a:endCxn id="2635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7" name="Google Shape;2637;p17"/>
            <p:cNvCxnSpPr>
              <a:stCxn id="2625" idx="1"/>
              <a:endCxn id="2638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9" name="Google Shape;2639;p17"/>
            <p:cNvCxnSpPr>
              <a:stCxn id="2626" idx="2"/>
              <a:endCxn id="2640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1" name="Google Shape;2641;p17"/>
            <p:cNvCxnSpPr>
              <a:stCxn id="2628" idx="1"/>
              <a:endCxn id="2642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3" name="Google Shape;2643;p17"/>
            <p:cNvCxnSpPr>
              <a:stCxn id="2627" idx="2"/>
              <a:endCxn id="2642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4" name="Google Shape;2644;p17"/>
            <p:cNvCxnSpPr>
              <a:stCxn id="2627" idx="1"/>
              <a:endCxn id="2645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6" name="Google Shape;2646;p17"/>
            <p:cNvCxnSpPr>
              <a:stCxn id="2628" idx="2"/>
              <a:endCxn id="2638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7" name="Google Shape;2647;p17"/>
            <p:cNvCxnSpPr>
              <a:stCxn id="2630" idx="1"/>
              <a:endCxn id="2648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9" name="Google Shape;2649;p17"/>
            <p:cNvCxnSpPr>
              <a:stCxn id="2629" idx="2"/>
              <a:endCxn id="2648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0" name="Google Shape;2650;p17"/>
            <p:cNvCxnSpPr>
              <a:stCxn id="2629" idx="1"/>
              <a:endCxn id="2651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2" name="Google Shape;2652;p17"/>
            <p:cNvCxnSpPr>
              <a:stCxn id="2630" idx="2"/>
              <a:endCxn id="2645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3" name="Google Shape;2653;p17"/>
            <p:cNvCxnSpPr>
              <a:stCxn id="2632" idx="1"/>
              <a:endCxn id="2654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5" name="Google Shape;2655;p17"/>
            <p:cNvCxnSpPr>
              <a:stCxn id="2631" idx="2"/>
              <a:endCxn id="2654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6" name="Google Shape;2656;p17"/>
            <p:cNvCxnSpPr>
              <a:stCxn id="2631" idx="1"/>
              <a:endCxn id="2657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8" name="Google Shape;2658;p17"/>
            <p:cNvCxnSpPr>
              <a:stCxn id="2632" idx="2"/>
              <a:endCxn id="2651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9" name="Google Shape;2659;p17"/>
            <p:cNvCxnSpPr>
              <a:stCxn id="2633" idx="2"/>
              <a:endCxn id="2657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0" name="Google Shape;2660;p17"/>
            <p:cNvCxnSpPr>
              <a:stCxn id="2633" idx="1"/>
              <a:endCxn id="2661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35" name="Google Shape;2635;p17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7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62" name="Google Shape;2662;p17"/>
            <p:cNvCxnSpPr>
              <a:stCxn id="2640" idx="3"/>
              <a:endCxn id="2661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3" name="Google Shape;2663;p17"/>
            <p:cNvCxnSpPr>
              <a:stCxn id="2626" idx="5"/>
              <a:endCxn id="2577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4" name="Google Shape;2664;p17"/>
            <p:cNvCxnSpPr>
              <a:stCxn id="2625" idx="4"/>
              <a:endCxn id="2577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5" name="Google Shape;2665;p17"/>
            <p:cNvCxnSpPr>
              <a:stCxn id="2625" idx="5"/>
              <a:endCxn id="2580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6" name="Google Shape;2666;p17"/>
            <p:cNvCxnSpPr>
              <a:stCxn id="2626" idx="4"/>
              <a:endCxn id="2582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7" name="Google Shape;2667;p17"/>
            <p:cNvCxnSpPr>
              <a:stCxn id="2628" idx="5"/>
              <a:endCxn id="2584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8" name="Google Shape;2668;p17"/>
            <p:cNvCxnSpPr>
              <a:stCxn id="2627" idx="4"/>
              <a:endCxn id="2584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9" name="Google Shape;2669;p17"/>
            <p:cNvCxnSpPr>
              <a:stCxn id="2627" idx="5"/>
              <a:endCxn id="2587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0" name="Google Shape;2670;p17"/>
            <p:cNvCxnSpPr>
              <a:stCxn id="2628" idx="4"/>
              <a:endCxn id="2580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1" name="Google Shape;2671;p17"/>
            <p:cNvCxnSpPr>
              <a:stCxn id="2630" idx="5"/>
              <a:endCxn id="2590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2" name="Google Shape;2672;p17"/>
            <p:cNvCxnSpPr>
              <a:stCxn id="2629" idx="4"/>
              <a:endCxn id="2590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3" name="Google Shape;2673;p17"/>
            <p:cNvCxnSpPr>
              <a:stCxn id="2629" idx="5"/>
              <a:endCxn id="2593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4" name="Google Shape;2674;p17"/>
            <p:cNvCxnSpPr>
              <a:stCxn id="2630" idx="4"/>
              <a:endCxn id="2587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5" name="Google Shape;2675;p17"/>
            <p:cNvCxnSpPr>
              <a:stCxn id="2632" idx="5"/>
              <a:endCxn id="2596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6" name="Google Shape;2676;p17"/>
            <p:cNvCxnSpPr>
              <a:stCxn id="2631" idx="4"/>
              <a:endCxn id="2596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7" name="Google Shape;2677;p17"/>
            <p:cNvCxnSpPr>
              <a:stCxn id="2631" idx="5"/>
              <a:endCxn id="2599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8" name="Google Shape;2678;p17"/>
            <p:cNvCxnSpPr>
              <a:stCxn id="2632" idx="4"/>
              <a:endCxn id="2593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9" name="Google Shape;2679;p17"/>
            <p:cNvCxnSpPr>
              <a:stCxn id="2633" idx="4"/>
              <a:endCxn id="2599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0" name="Google Shape;2680;p17"/>
            <p:cNvCxnSpPr>
              <a:stCxn id="2633" idx="5"/>
              <a:endCxn id="2603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81" name="Google Shape;2681;p17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91" name="Google Shape;2691;p17"/>
            <p:cNvCxnSpPr>
              <a:stCxn id="2682" idx="3"/>
              <a:endCxn id="2690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2" name="Google Shape;2692;p17"/>
            <p:cNvCxnSpPr>
              <a:stCxn id="2529" idx="5"/>
              <a:endCxn id="2681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3" name="Google Shape;2693;p17"/>
            <p:cNvCxnSpPr>
              <a:stCxn id="2528" idx="4"/>
              <a:endCxn id="2681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4" name="Google Shape;2694;p17"/>
            <p:cNvCxnSpPr>
              <a:stCxn id="2528" idx="5"/>
              <a:endCxn id="2684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5" name="Google Shape;2695;p17"/>
            <p:cNvCxnSpPr>
              <a:stCxn id="2529" idx="4"/>
              <a:endCxn id="2682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6" name="Google Shape;2696;p17"/>
            <p:cNvCxnSpPr>
              <a:stCxn id="2531" idx="5"/>
              <a:endCxn id="2683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7" name="Google Shape;2697;p17"/>
            <p:cNvCxnSpPr>
              <a:stCxn id="2530" idx="4"/>
              <a:endCxn id="2683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8" name="Google Shape;2698;p17"/>
            <p:cNvCxnSpPr>
              <a:stCxn id="2530" idx="5"/>
              <a:endCxn id="2686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9" name="Google Shape;2699;p17"/>
            <p:cNvCxnSpPr>
              <a:stCxn id="2531" idx="4"/>
              <a:endCxn id="2684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0" name="Google Shape;2700;p17"/>
            <p:cNvCxnSpPr>
              <a:stCxn id="2533" idx="5"/>
              <a:endCxn id="2685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1" name="Google Shape;2701;p17"/>
            <p:cNvCxnSpPr>
              <a:stCxn id="2532" idx="4"/>
              <a:endCxn id="2685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2" name="Google Shape;2702;p17"/>
            <p:cNvCxnSpPr>
              <a:stCxn id="2532" idx="5"/>
              <a:endCxn id="2688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3" name="Google Shape;2703;p17"/>
            <p:cNvCxnSpPr>
              <a:stCxn id="2533" idx="4"/>
              <a:endCxn id="2686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4" name="Google Shape;2704;p17"/>
            <p:cNvCxnSpPr>
              <a:stCxn id="2535" idx="5"/>
              <a:endCxn id="2687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5" name="Google Shape;2705;p17"/>
            <p:cNvCxnSpPr>
              <a:stCxn id="2534" idx="4"/>
              <a:endCxn id="2687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6" name="Google Shape;2706;p17"/>
            <p:cNvCxnSpPr>
              <a:stCxn id="2534" idx="5"/>
              <a:endCxn id="2689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7" name="Google Shape;2707;p17"/>
            <p:cNvCxnSpPr>
              <a:stCxn id="2535" idx="4"/>
              <a:endCxn id="2688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8" name="Google Shape;2708;p17"/>
            <p:cNvCxnSpPr>
              <a:stCxn id="2536" idx="4"/>
              <a:endCxn id="2689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9" name="Google Shape;2709;p17"/>
            <p:cNvCxnSpPr>
              <a:stCxn id="2536" idx="5"/>
              <a:endCxn id="2690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10" name="Google Shape;2710;p17"/>
          <p:cNvSpPr/>
          <p:nvPr/>
        </p:nvSpPr>
        <p:spPr>
          <a:xfrm>
            <a:off x="1031275" y="217725"/>
            <a:ext cx="9381000" cy="4708200"/>
          </a:xfrm>
          <a:prstGeom prst="hexagon">
            <a:avLst>
              <a:gd name="adj" fmla="val 22536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17"/>
          <p:cNvSpPr txBox="1">
            <a:spLocks noGrp="1"/>
          </p:cNvSpPr>
          <p:nvPr>
            <p:ph type="subTitle" idx="1"/>
          </p:nvPr>
        </p:nvSpPr>
        <p:spPr>
          <a:xfrm>
            <a:off x="5121950" y="2176325"/>
            <a:ext cx="27927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712" name="Google Shape;2712;p17"/>
          <p:cNvSpPr txBox="1">
            <a:spLocks noGrp="1"/>
          </p:cNvSpPr>
          <p:nvPr>
            <p:ph type="title"/>
          </p:nvPr>
        </p:nvSpPr>
        <p:spPr>
          <a:xfrm>
            <a:off x="1989675" y="445025"/>
            <a:ext cx="644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0" name="Google Shape;3280;p21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3281" name="Google Shape;3281;p21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82" name="Google Shape;3282;p21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21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21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21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21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21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21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21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21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91" name="Google Shape;3291;p21"/>
            <p:cNvCxnSpPr>
              <a:stCxn id="3283" idx="1"/>
              <a:endCxn id="3292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3" name="Google Shape;3293;p21"/>
            <p:cNvCxnSpPr>
              <a:stCxn id="3282" idx="2"/>
              <a:endCxn id="3292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4" name="Google Shape;3294;p21"/>
            <p:cNvCxnSpPr>
              <a:stCxn id="3282" idx="1"/>
              <a:endCxn id="3295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6" name="Google Shape;3296;p21"/>
            <p:cNvCxnSpPr>
              <a:stCxn id="3283" idx="2"/>
              <a:endCxn id="3297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8" name="Google Shape;3298;p21"/>
            <p:cNvCxnSpPr>
              <a:stCxn id="3285" idx="1"/>
              <a:endCxn id="3299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0" name="Google Shape;3300;p21"/>
            <p:cNvCxnSpPr>
              <a:stCxn id="3284" idx="2"/>
              <a:endCxn id="3299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1" name="Google Shape;3301;p21"/>
            <p:cNvCxnSpPr>
              <a:stCxn id="3284" idx="1"/>
              <a:endCxn id="3302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3" name="Google Shape;3303;p21"/>
            <p:cNvCxnSpPr>
              <a:stCxn id="3285" idx="2"/>
              <a:endCxn id="3295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4" name="Google Shape;3304;p21"/>
            <p:cNvCxnSpPr>
              <a:stCxn id="3287" idx="1"/>
              <a:endCxn id="3305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6" name="Google Shape;3306;p21"/>
            <p:cNvCxnSpPr>
              <a:stCxn id="3286" idx="2"/>
              <a:endCxn id="3305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7" name="Google Shape;3307;p21"/>
            <p:cNvCxnSpPr>
              <a:stCxn id="3286" idx="1"/>
              <a:endCxn id="3308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9" name="Google Shape;3309;p21"/>
            <p:cNvCxnSpPr>
              <a:stCxn id="3287" idx="2"/>
              <a:endCxn id="3302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0" name="Google Shape;3310;p21"/>
            <p:cNvCxnSpPr>
              <a:stCxn id="3289" idx="1"/>
              <a:endCxn id="3311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2" name="Google Shape;3312;p21"/>
            <p:cNvCxnSpPr>
              <a:stCxn id="3288" idx="2"/>
              <a:endCxn id="3311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3" name="Google Shape;3313;p21"/>
            <p:cNvCxnSpPr>
              <a:stCxn id="3288" idx="1"/>
              <a:endCxn id="3314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5" name="Google Shape;3315;p21"/>
            <p:cNvCxnSpPr>
              <a:stCxn id="3289" idx="2"/>
              <a:endCxn id="3308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6" name="Google Shape;3316;p21"/>
            <p:cNvCxnSpPr>
              <a:stCxn id="3290" idx="2"/>
              <a:endCxn id="3314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7" name="Google Shape;3317;p21"/>
            <p:cNvCxnSpPr>
              <a:stCxn id="3290" idx="1"/>
              <a:endCxn id="3318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92" name="Google Shape;3292;p21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1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21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21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21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21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21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21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21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21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19" name="Google Shape;3319;p21"/>
            <p:cNvCxnSpPr>
              <a:stCxn id="3297" idx="3"/>
              <a:endCxn id="3318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0" name="Google Shape;3320;p21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21" name="Google Shape;3321;p21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21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21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21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21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21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21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21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21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30" name="Google Shape;3330;p21"/>
            <p:cNvCxnSpPr>
              <a:stCxn id="3322" idx="1"/>
              <a:endCxn id="3331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2" name="Google Shape;3332;p21"/>
            <p:cNvCxnSpPr>
              <a:stCxn id="3321" idx="2"/>
              <a:endCxn id="3331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3" name="Google Shape;3333;p21"/>
            <p:cNvCxnSpPr>
              <a:stCxn id="3321" idx="1"/>
              <a:endCxn id="3334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5" name="Google Shape;3335;p21"/>
            <p:cNvCxnSpPr>
              <a:stCxn id="3322" idx="2"/>
              <a:endCxn id="3336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7" name="Google Shape;3337;p21"/>
            <p:cNvCxnSpPr>
              <a:stCxn id="3324" idx="1"/>
              <a:endCxn id="3338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9" name="Google Shape;3339;p21"/>
            <p:cNvCxnSpPr>
              <a:stCxn id="3323" idx="2"/>
              <a:endCxn id="3338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0" name="Google Shape;3340;p21"/>
            <p:cNvCxnSpPr>
              <a:stCxn id="3323" idx="1"/>
              <a:endCxn id="3341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2" name="Google Shape;3342;p21"/>
            <p:cNvCxnSpPr>
              <a:stCxn id="3324" idx="2"/>
              <a:endCxn id="3334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3" name="Google Shape;3343;p21"/>
            <p:cNvCxnSpPr>
              <a:stCxn id="3326" idx="1"/>
              <a:endCxn id="3344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5" name="Google Shape;3345;p21"/>
            <p:cNvCxnSpPr>
              <a:stCxn id="3325" idx="2"/>
              <a:endCxn id="3344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6" name="Google Shape;3346;p21"/>
            <p:cNvCxnSpPr>
              <a:stCxn id="3325" idx="1"/>
              <a:endCxn id="3347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8" name="Google Shape;3348;p21"/>
            <p:cNvCxnSpPr>
              <a:stCxn id="3326" idx="2"/>
              <a:endCxn id="3341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9" name="Google Shape;3349;p21"/>
            <p:cNvCxnSpPr>
              <a:stCxn id="3328" idx="1"/>
              <a:endCxn id="3350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1" name="Google Shape;3351;p21"/>
            <p:cNvCxnSpPr>
              <a:stCxn id="3327" idx="2"/>
              <a:endCxn id="3350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2" name="Google Shape;3352;p21"/>
            <p:cNvCxnSpPr>
              <a:stCxn id="3327" idx="1"/>
              <a:endCxn id="3353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4" name="Google Shape;3354;p21"/>
            <p:cNvCxnSpPr>
              <a:stCxn id="3328" idx="2"/>
              <a:endCxn id="3347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5" name="Google Shape;3355;p21"/>
            <p:cNvCxnSpPr>
              <a:stCxn id="3329" idx="2"/>
              <a:endCxn id="3353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6" name="Google Shape;3356;p21"/>
            <p:cNvCxnSpPr>
              <a:stCxn id="3329" idx="1"/>
              <a:endCxn id="3357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358" name="Google Shape;3358;p21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3331" name="Google Shape;3331;p21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21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21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21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21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21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21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21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21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21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359" name="Google Shape;3359;p21"/>
            <p:cNvCxnSpPr>
              <a:stCxn id="3336" idx="3"/>
              <a:endCxn id="3357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0" name="Google Shape;3360;p21"/>
            <p:cNvCxnSpPr>
              <a:stCxn id="3322" idx="5"/>
              <a:endCxn id="3292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1" name="Google Shape;3361;p21"/>
            <p:cNvCxnSpPr>
              <a:stCxn id="3321" idx="4"/>
              <a:endCxn id="3292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2" name="Google Shape;3362;p21"/>
            <p:cNvCxnSpPr>
              <a:stCxn id="3321" idx="5"/>
              <a:endCxn id="3295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3" name="Google Shape;3363;p21"/>
            <p:cNvCxnSpPr>
              <a:stCxn id="3322" idx="4"/>
              <a:endCxn id="3297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4" name="Google Shape;3364;p21"/>
            <p:cNvCxnSpPr>
              <a:stCxn id="3324" idx="5"/>
              <a:endCxn id="3299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5" name="Google Shape;3365;p21"/>
            <p:cNvCxnSpPr>
              <a:stCxn id="3323" idx="4"/>
              <a:endCxn id="3299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6" name="Google Shape;3366;p21"/>
            <p:cNvCxnSpPr>
              <a:stCxn id="3323" idx="5"/>
              <a:endCxn id="3302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7" name="Google Shape;3367;p21"/>
            <p:cNvCxnSpPr>
              <a:stCxn id="3324" idx="4"/>
              <a:endCxn id="3295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8" name="Google Shape;3368;p21"/>
            <p:cNvCxnSpPr>
              <a:stCxn id="3326" idx="5"/>
              <a:endCxn id="3305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9" name="Google Shape;3369;p21"/>
            <p:cNvCxnSpPr>
              <a:stCxn id="3325" idx="4"/>
              <a:endCxn id="3305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0" name="Google Shape;3370;p21"/>
            <p:cNvCxnSpPr>
              <a:stCxn id="3325" idx="5"/>
              <a:endCxn id="3308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1" name="Google Shape;3371;p21"/>
            <p:cNvCxnSpPr>
              <a:stCxn id="3326" idx="4"/>
              <a:endCxn id="3302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2" name="Google Shape;3372;p21"/>
            <p:cNvCxnSpPr>
              <a:stCxn id="3328" idx="5"/>
              <a:endCxn id="3311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3" name="Google Shape;3373;p21"/>
            <p:cNvCxnSpPr>
              <a:stCxn id="3327" idx="4"/>
              <a:endCxn id="3311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4" name="Google Shape;3374;p21"/>
            <p:cNvCxnSpPr>
              <a:stCxn id="3327" idx="5"/>
              <a:endCxn id="3314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5" name="Google Shape;3375;p21"/>
            <p:cNvCxnSpPr>
              <a:stCxn id="3328" idx="4"/>
              <a:endCxn id="3308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6" name="Google Shape;3376;p21"/>
            <p:cNvCxnSpPr>
              <a:stCxn id="3329" idx="4"/>
              <a:endCxn id="3314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7" name="Google Shape;3377;p21"/>
            <p:cNvCxnSpPr>
              <a:stCxn id="3329" idx="5"/>
              <a:endCxn id="3318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8" name="Google Shape;3378;p21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79" name="Google Shape;3379;p21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21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21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21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21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21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21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21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21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88" name="Google Shape;3388;p21"/>
            <p:cNvCxnSpPr>
              <a:stCxn id="3380" idx="1"/>
              <a:endCxn id="3389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0" name="Google Shape;3390;p21"/>
            <p:cNvCxnSpPr>
              <a:stCxn id="3379" idx="2"/>
              <a:endCxn id="3389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1" name="Google Shape;3391;p21"/>
            <p:cNvCxnSpPr>
              <a:stCxn id="3379" idx="1"/>
              <a:endCxn id="3392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3" name="Google Shape;3393;p21"/>
            <p:cNvCxnSpPr>
              <a:stCxn id="3380" idx="2"/>
              <a:endCxn id="3394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5" name="Google Shape;3395;p21"/>
            <p:cNvCxnSpPr>
              <a:stCxn id="3382" idx="1"/>
              <a:endCxn id="3396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7" name="Google Shape;3397;p21"/>
            <p:cNvCxnSpPr>
              <a:stCxn id="3381" idx="2"/>
              <a:endCxn id="3396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8" name="Google Shape;3398;p21"/>
            <p:cNvCxnSpPr>
              <a:stCxn id="3381" idx="1"/>
              <a:endCxn id="3399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0" name="Google Shape;3400;p21"/>
            <p:cNvCxnSpPr>
              <a:stCxn id="3382" idx="2"/>
              <a:endCxn id="3392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1" name="Google Shape;3401;p21"/>
            <p:cNvCxnSpPr>
              <a:stCxn id="3384" idx="1"/>
              <a:endCxn id="3402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3" name="Google Shape;3403;p21"/>
            <p:cNvCxnSpPr>
              <a:stCxn id="3383" idx="2"/>
              <a:endCxn id="3402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4" name="Google Shape;3404;p21"/>
            <p:cNvCxnSpPr>
              <a:stCxn id="3383" idx="1"/>
              <a:endCxn id="3405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6" name="Google Shape;3406;p21"/>
            <p:cNvCxnSpPr>
              <a:stCxn id="3384" idx="2"/>
              <a:endCxn id="3399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7" name="Google Shape;3407;p21"/>
            <p:cNvCxnSpPr>
              <a:stCxn id="3386" idx="1"/>
              <a:endCxn id="3408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9" name="Google Shape;3409;p21"/>
            <p:cNvCxnSpPr>
              <a:stCxn id="3385" idx="2"/>
              <a:endCxn id="3408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0" name="Google Shape;3410;p21"/>
            <p:cNvCxnSpPr>
              <a:stCxn id="3385" idx="1"/>
              <a:endCxn id="3411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2" name="Google Shape;3412;p21"/>
            <p:cNvCxnSpPr>
              <a:stCxn id="3386" idx="2"/>
              <a:endCxn id="3405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3" name="Google Shape;3413;p21"/>
            <p:cNvCxnSpPr>
              <a:stCxn id="3387" idx="2"/>
              <a:endCxn id="3411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4" name="Google Shape;3414;p21"/>
            <p:cNvCxnSpPr>
              <a:stCxn id="3387" idx="1"/>
              <a:endCxn id="3415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9" name="Google Shape;3389;p21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21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21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21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21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21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21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21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21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21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16" name="Google Shape;3416;p21"/>
            <p:cNvCxnSpPr>
              <a:stCxn id="3394" idx="3"/>
              <a:endCxn id="3415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7" name="Google Shape;3417;p21"/>
            <p:cNvCxnSpPr>
              <a:stCxn id="3380" idx="5"/>
              <a:endCxn id="3331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8" name="Google Shape;3418;p21"/>
            <p:cNvCxnSpPr>
              <a:stCxn id="3379" idx="4"/>
              <a:endCxn id="3331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9" name="Google Shape;3419;p21"/>
            <p:cNvCxnSpPr>
              <a:stCxn id="3379" idx="5"/>
              <a:endCxn id="3334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0" name="Google Shape;3420;p21"/>
            <p:cNvCxnSpPr>
              <a:stCxn id="3380" idx="4"/>
              <a:endCxn id="3336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1" name="Google Shape;3421;p21"/>
            <p:cNvCxnSpPr>
              <a:stCxn id="3382" idx="5"/>
              <a:endCxn id="3338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2" name="Google Shape;3422;p21"/>
            <p:cNvCxnSpPr>
              <a:stCxn id="3381" idx="4"/>
              <a:endCxn id="3338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3" name="Google Shape;3423;p21"/>
            <p:cNvCxnSpPr>
              <a:stCxn id="3381" idx="5"/>
              <a:endCxn id="3341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4" name="Google Shape;3424;p21"/>
            <p:cNvCxnSpPr>
              <a:stCxn id="3382" idx="4"/>
              <a:endCxn id="3334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5" name="Google Shape;3425;p21"/>
            <p:cNvCxnSpPr>
              <a:stCxn id="3384" idx="5"/>
              <a:endCxn id="3344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6" name="Google Shape;3426;p21"/>
            <p:cNvCxnSpPr>
              <a:stCxn id="3383" idx="4"/>
              <a:endCxn id="3344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7" name="Google Shape;3427;p21"/>
            <p:cNvCxnSpPr>
              <a:stCxn id="3383" idx="5"/>
              <a:endCxn id="3347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8" name="Google Shape;3428;p21"/>
            <p:cNvCxnSpPr>
              <a:stCxn id="3384" idx="4"/>
              <a:endCxn id="3341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9" name="Google Shape;3429;p21"/>
            <p:cNvCxnSpPr>
              <a:stCxn id="3386" idx="5"/>
              <a:endCxn id="3350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0" name="Google Shape;3430;p21"/>
            <p:cNvCxnSpPr>
              <a:stCxn id="3385" idx="4"/>
              <a:endCxn id="3350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1" name="Google Shape;3431;p21"/>
            <p:cNvCxnSpPr>
              <a:stCxn id="3385" idx="5"/>
              <a:endCxn id="3353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2" name="Google Shape;3432;p21"/>
            <p:cNvCxnSpPr>
              <a:stCxn id="3386" idx="4"/>
              <a:endCxn id="3347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3" name="Google Shape;3433;p21"/>
            <p:cNvCxnSpPr>
              <a:stCxn id="3387" idx="4"/>
              <a:endCxn id="3353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4" name="Google Shape;3434;p21"/>
            <p:cNvCxnSpPr>
              <a:stCxn id="3387" idx="5"/>
              <a:endCxn id="3357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35" name="Google Shape;3435;p21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21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21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21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21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21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21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21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21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21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45" name="Google Shape;3445;p21"/>
            <p:cNvCxnSpPr>
              <a:stCxn id="3436" idx="3"/>
              <a:endCxn id="3444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6" name="Google Shape;3446;p21"/>
            <p:cNvCxnSpPr>
              <a:stCxn id="3283" idx="5"/>
              <a:endCxn id="3435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7" name="Google Shape;3447;p21"/>
            <p:cNvCxnSpPr>
              <a:stCxn id="3282" idx="4"/>
              <a:endCxn id="3435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8" name="Google Shape;3448;p21"/>
            <p:cNvCxnSpPr>
              <a:stCxn id="3282" idx="5"/>
              <a:endCxn id="3438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9" name="Google Shape;3449;p21"/>
            <p:cNvCxnSpPr>
              <a:stCxn id="3283" idx="4"/>
              <a:endCxn id="3436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0" name="Google Shape;3450;p21"/>
            <p:cNvCxnSpPr>
              <a:stCxn id="3285" idx="5"/>
              <a:endCxn id="3437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1" name="Google Shape;3451;p21"/>
            <p:cNvCxnSpPr>
              <a:stCxn id="3284" idx="4"/>
              <a:endCxn id="3437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2" name="Google Shape;3452;p21"/>
            <p:cNvCxnSpPr>
              <a:stCxn id="3284" idx="5"/>
              <a:endCxn id="3440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3" name="Google Shape;3453;p21"/>
            <p:cNvCxnSpPr>
              <a:stCxn id="3285" idx="4"/>
              <a:endCxn id="3438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4" name="Google Shape;3454;p21"/>
            <p:cNvCxnSpPr>
              <a:stCxn id="3287" idx="5"/>
              <a:endCxn id="3439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5" name="Google Shape;3455;p21"/>
            <p:cNvCxnSpPr>
              <a:stCxn id="3286" idx="4"/>
              <a:endCxn id="3439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6" name="Google Shape;3456;p21"/>
            <p:cNvCxnSpPr>
              <a:stCxn id="3286" idx="5"/>
              <a:endCxn id="3442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7" name="Google Shape;3457;p21"/>
            <p:cNvCxnSpPr>
              <a:stCxn id="3287" idx="4"/>
              <a:endCxn id="3440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8" name="Google Shape;3458;p21"/>
            <p:cNvCxnSpPr>
              <a:stCxn id="3289" idx="5"/>
              <a:endCxn id="3441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9" name="Google Shape;3459;p21"/>
            <p:cNvCxnSpPr>
              <a:stCxn id="3288" idx="4"/>
              <a:endCxn id="3441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0" name="Google Shape;3460;p21"/>
            <p:cNvCxnSpPr>
              <a:stCxn id="3288" idx="5"/>
              <a:endCxn id="3443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1" name="Google Shape;3461;p21"/>
            <p:cNvCxnSpPr>
              <a:stCxn id="3289" idx="4"/>
              <a:endCxn id="3442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2" name="Google Shape;3462;p21"/>
            <p:cNvCxnSpPr>
              <a:stCxn id="3290" idx="4"/>
              <a:endCxn id="3443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3" name="Google Shape;3463;p21"/>
            <p:cNvCxnSpPr>
              <a:stCxn id="3290" idx="5"/>
              <a:endCxn id="3444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64" name="Google Shape;3464;p21"/>
          <p:cNvSpPr/>
          <p:nvPr/>
        </p:nvSpPr>
        <p:spPr>
          <a:xfrm>
            <a:off x="-25" y="217725"/>
            <a:ext cx="9144000" cy="4708200"/>
          </a:xfrm>
          <a:prstGeom prst="hexagon">
            <a:avLst>
              <a:gd name="adj" fmla="val 22650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_1_1">
    <p:spTree>
      <p:nvGrpSpPr>
        <p:cNvPr id="1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6" name="Google Shape;3466;p22"/>
          <p:cNvGrpSpPr/>
          <p:nvPr/>
        </p:nvGrpSpPr>
        <p:grpSpPr>
          <a:xfrm>
            <a:off x="-496171" y="-467123"/>
            <a:ext cx="10136400" cy="6102350"/>
            <a:chOff x="-496171" y="-467123"/>
            <a:chExt cx="10136400" cy="6102350"/>
          </a:xfrm>
        </p:grpSpPr>
        <p:cxnSp>
          <p:nvCxnSpPr>
            <p:cNvPr id="3467" name="Google Shape;3467;p22"/>
            <p:cNvCxnSpPr/>
            <p:nvPr/>
          </p:nvCxnSpPr>
          <p:spPr>
            <a:xfrm>
              <a:off x="-367050" y="7507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68" name="Google Shape;3468;p22"/>
            <p:cNvSpPr/>
            <p:nvPr/>
          </p:nvSpPr>
          <p:spPr>
            <a:xfrm>
              <a:off x="1077472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22"/>
            <p:cNvSpPr/>
            <p:nvPr/>
          </p:nvSpPr>
          <p:spPr>
            <a:xfrm>
              <a:off x="28379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22"/>
            <p:cNvSpPr/>
            <p:nvPr/>
          </p:nvSpPr>
          <p:spPr>
            <a:xfrm>
              <a:off x="3175657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22"/>
            <p:cNvSpPr/>
            <p:nvPr/>
          </p:nvSpPr>
          <p:spPr>
            <a:xfrm>
              <a:off x="212656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22"/>
            <p:cNvSpPr/>
            <p:nvPr/>
          </p:nvSpPr>
          <p:spPr>
            <a:xfrm>
              <a:off x="5273843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22"/>
            <p:cNvSpPr/>
            <p:nvPr/>
          </p:nvSpPr>
          <p:spPr>
            <a:xfrm>
              <a:off x="4224750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22"/>
            <p:cNvSpPr/>
            <p:nvPr/>
          </p:nvSpPr>
          <p:spPr>
            <a:xfrm>
              <a:off x="7372028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22"/>
            <p:cNvSpPr/>
            <p:nvPr/>
          </p:nvSpPr>
          <p:spPr>
            <a:xfrm>
              <a:off x="6322935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22"/>
            <p:cNvSpPr/>
            <p:nvPr/>
          </p:nvSpPr>
          <p:spPr>
            <a:xfrm>
              <a:off x="8421121" y="4480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77" name="Google Shape;3477;p22"/>
            <p:cNvCxnSpPr>
              <a:stCxn id="3469" idx="1"/>
              <a:endCxn id="3478" idx="4"/>
            </p:cNvCxnSpPr>
            <p:nvPr/>
          </p:nvCxnSpPr>
          <p:spPr>
            <a:xfrm>
              <a:off x="57190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9" name="Google Shape;3479;p22"/>
            <p:cNvCxnSpPr>
              <a:stCxn id="3468" idx="2"/>
              <a:endCxn id="3478" idx="5"/>
            </p:cNvCxnSpPr>
            <p:nvPr/>
          </p:nvCxnSpPr>
          <p:spPr>
            <a:xfrm flipH="1">
              <a:off x="109644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0" name="Google Shape;3480;p22"/>
            <p:cNvCxnSpPr>
              <a:stCxn id="3468" idx="1"/>
              <a:endCxn id="3481" idx="4"/>
            </p:cNvCxnSpPr>
            <p:nvPr/>
          </p:nvCxnSpPr>
          <p:spPr>
            <a:xfrm>
              <a:off x="1620997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2" name="Google Shape;3482;p22"/>
            <p:cNvCxnSpPr>
              <a:stCxn id="3469" idx="2"/>
              <a:endCxn id="3483" idx="5"/>
            </p:cNvCxnSpPr>
            <p:nvPr/>
          </p:nvCxnSpPr>
          <p:spPr>
            <a:xfrm flipH="1">
              <a:off x="47354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4" name="Google Shape;3484;p22"/>
            <p:cNvCxnSpPr>
              <a:stCxn id="3471" idx="1"/>
              <a:endCxn id="3485" idx="4"/>
            </p:cNvCxnSpPr>
            <p:nvPr/>
          </p:nvCxnSpPr>
          <p:spPr>
            <a:xfrm>
              <a:off x="267009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6" name="Google Shape;3486;p22"/>
            <p:cNvCxnSpPr>
              <a:stCxn id="3470" idx="2"/>
              <a:endCxn id="3485" idx="5"/>
            </p:cNvCxnSpPr>
            <p:nvPr/>
          </p:nvCxnSpPr>
          <p:spPr>
            <a:xfrm flipH="1">
              <a:off x="319463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7" name="Google Shape;3487;p22"/>
            <p:cNvCxnSpPr>
              <a:stCxn id="3470" idx="1"/>
              <a:endCxn id="3488" idx="4"/>
            </p:cNvCxnSpPr>
            <p:nvPr/>
          </p:nvCxnSpPr>
          <p:spPr>
            <a:xfrm>
              <a:off x="3719182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9" name="Google Shape;3489;p22"/>
            <p:cNvCxnSpPr>
              <a:stCxn id="3471" idx="2"/>
              <a:endCxn id="3481" idx="5"/>
            </p:cNvCxnSpPr>
            <p:nvPr/>
          </p:nvCxnSpPr>
          <p:spPr>
            <a:xfrm flipH="1">
              <a:off x="214554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0" name="Google Shape;3490;p22"/>
            <p:cNvCxnSpPr>
              <a:stCxn id="3473" idx="1"/>
              <a:endCxn id="3491" idx="4"/>
            </p:cNvCxnSpPr>
            <p:nvPr/>
          </p:nvCxnSpPr>
          <p:spPr>
            <a:xfrm>
              <a:off x="476827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2" name="Google Shape;3492;p22"/>
            <p:cNvCxnSpPr>
              <a:stCxn id="3472" idx="2"/>
              <a:endCxn id="3491" idx="5"/>
            </p:cNvCxnSpPr>
            <p:nvPr/>
          </p:nvCxnSpPr>
          <p:spPr>
            <a:xfrm flipH="1">
              <a:off x="529281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3" name="Google Shape;3493;p22"/>
            <p:cNvCxnSpPr>
              <a:stCxn id="3472" idx="1"/>
              <a:endCxn id="3494" idx="4"/>
            </p:cNvCxnSpPr>
            <p:nvPr/>
          </p:nvCxnSpPr>
          <p:spPr>
            <a:xfrm>
              <a:off x="5817368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5" name="Google Shape;3495;p22"/>
            <p:cNvCxnSpPr>
              <a:stCxn id="3473" idx="2"/>
              <a:endCxn id="3488" idx="5"/>
            </p:cNvCxnSpPr>
            <p:nvPr/>
          </p:nvCxnSpPr>
          <p:spPr>
            <a:xfrm flipH="1">
              <a:off x="4243725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6" name="Google Shape;3496;p22"/>
            <p:cNvCxnSpPr>
              <a:stCxn id="3475" idx="1"/>
              <a:endCxn id="3497" idx="4"/>
            </p:cNvCxnSpPr>
            <p:nvPr/>
          </p:nvCxnSpPr>
          <p:spPr>
            <a:xfrm>
              <a:off x="686646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8" name="Google Shape;3498;p22"/>
            <p:cNvCxnSpPr>
              <a:stCxn id="3474" idx="2"/>
              <a:endCxn id="3497" idx="5"/>
            </p:cNvCxnSpPr>
            <p:nvPr/>
          </p:nvCxnSpPr>
          <p:spPr>
            <a:xfrm flipH="1">
              <a:off x="739100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9" name="Google Shape;3499;p22"/>
            <p:cNvCxnSpPr>
              <a:stCxn id="3474" idx="1"/>
              <a:endCxn id="3500" idx="4"/>
            </p:cNvCxnSpPr>
            <p:nvPr/>
          </p:nvCxnSpPr>
          <p:spPr>
            <a:xfrm>
              <a:off x="7915553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1" name="Google Shape;3501;p22"/>
            <p:cNvCxnSpPr>
              <a:stCxn id="3475" idx="2"/>
              <a:endCxn id="3494" idx="5"/>
            </p:cNvCxnSpPr>
            <p:nvPr/>
          </p:nvCxnSpPr>
          <p:spPr>
            <a:xfrm flipH="1">
              <a:off x="6341910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2" name="Google Shape;3502;p22"/>
            <p:cNvCxnSpPr>
              <a:stCxn id="3476" idx="2"/>
              <a:endCxn id="3500" idx="5"/>
            </p:cNvCxnSpPr>
            <p:nvPr/>
          </p:nvCxnSpPr>
          <p:spPr>
            <a:xfrm flipH="1">
              <a:off x="844009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3" name="Google Shape;3503;p22"/>
            <p:cNvCxnSpPr>
              <a:stCxn id="3476" idx="1"/>
              <a:endCxn id="3504" idx="4"/>
            </p:cNvCxnSpPr>
            <p:nvPr/>
          </p:nvCxnSpPr>
          <p:spPr>
            <a:xfrm>
              <a:off x="8964646" y="10519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78" name="Google Shape;3478;p22"/>
            <p:cNvSpPr/>
            <p:nvPr/>
          </p:nvSpPr>
          <p:spPr>
            <a:xfrm>
              <a:off x="552922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22"/>
            <p:cNvSpPr/>
            <p:nvPr/>
          </p:nvSpPr>
          <p:spPr>
            <a:xfrm>
              <a:off x="-4961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22"/>
            <p:cNvSpPr/>
            <p:nvPr/>
          </p:nvSpPr>
          <p:spPr>
            <a:xfrm>
              <a:off x="2651107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22"/>
            <p:cNvSpPr/>
            <p:nvPr/>
          </p:nvSpPr>
          <p:spPr>
            <a:xfrm>
              <a:off x="160201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22"/>
            <p:cNvSpPr/>
            <p:nvPr/>
          </p:nvSpPr>
          <p:spPr>
            <a:xfrm>
              <a:off x="4749293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22"/>
            <p:cNvSpPr/>
            <p:nvPr/>
          </p:nvSpPr>
          <p:spPr>
            <a:xfrm>
              <a:off x="3700200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22"/>
            <p:cNvSpPr/>
            <p:nvPr/>
          </p:nvSpPr>
          <p:spPr>
            <a:xfrm>
              <a:off x="6847478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22"/>
            <p:cNvSpPr/>
            <p:nvPr/>
          </p:nvSpPr>
          <p:spPr>
            <a:xfrm>
              <a:off x="5798385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22"/>
            <p:cNvSpPr/>
            <p:nvPr/>
          </p:nvSpPr>
          <p:spPr>
            <a:xfrm>
              <a:off x="78965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22"/>
            <p:cNvSpPr/>
            <p:nvPr/>
          </p:nvSpPr>
          <p:spPr>
            <a:xfrm>
              <a:off x="8945671" y="13647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05" name="Google Shape;3505;p22"/>
            <p:cNvCxnSpPr>
              <a:stCxn id="3483" idx="3"/>
              <a:endCxn id="3504" idx="0"/>
            </p:cNvCxnSpPr>
            <p:nvPr/>
          </p:nvCxnSpPr>
          <p:spPr>
            <a:xfrm>
              <a:off x="-496171" y="16666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6" name="Google Shape;3506;p22"/>
            <p:cNvCxnSpPr/>
            <p:nvPr/>
          </p:nvCxnSpPr>
          <p:spPr>
            <a:xfrm>
              <a:off x="-367050" y="25840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07" name="Google Shape;3507;p22"/>
            <p:cNvSpPr/>
            <p:nvPr/>
          </p:nvSpPr>
          <p:spPr>
            <a:xfrm>
              <a:off x="1077472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22"/>
            <p:cNvSpPr/>
            <p:nvPr/>
          </p:nvSpPr>
          <p:spPr>
            <a:xfrm>
              <a:off x="28379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22"/>
            <p:cNvSpPr/>
            <p:nvPr/>
          </p:nvSpPr>
          <p:spPr>
            <a:xfrm>
              <a:off x="3175657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22"/>
            <p:cNvSpPr/>
            <p:nvPr/>
          </p:nvSpPr>
          <p:spPr>
            <a:xfrm>
              <a:off x="212656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22"/>
            <p:cNvSpPr/>
            <p:nvPr/>
          </p:nvSpPr>
          <p:spPr>
            <a:xfrm>
              <a:off x="5273843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22"/>
            <p:cNvSpPr/>
            <p:nvPr/>
          </p:nvSpPr>
          <p:spPr>
            <a:xfrm>
              <a:off x="4224750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22"/>
            <p:cNvSpPr/>
            <p:nvPr/>
          </p:nvSpPr>
          <p:spPr>
            <a:xfrm>
              <a:off x="7372028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22"/>
            <p:cNvSpPr/>
            <p:nvPr/>
          </p:nvSpPr>
          <p:spPr>
            <a:xfrm>
              <a:off x="6322935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22"/>
            <p:cNvSpPr/>
            <p:nvPr/>
          </p:nvSpPr>
          <p:spPr>
            <a:xfrm>
              <a:off x="8421121" y="22813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16" name="Google Shape;3516;p22"/>
            <p:cNvCxnSpPr>
              <a:stCxn id="3508" idx="1"/>
              <a:endCxn id="3517" idx="4"/>
            </p:cNvCxnSpPr>
            <p:nvPr/>
          </p:nvCxnSpPr>
          <p:spPr>
            <a:xfrm>
              <a:off x="57190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8" name="Google Shape;3518;p22"/>
            <p:cNvCxnSpPr>
              <a:stCxn id="3507" idx="2"/>
              <a:endCxn id="3517" idx="5"/>
            </p:cNvCxnSpPr>
            <p:nvPr/>
          </p:nvCxnSpPr>
          <p:spPr>
            <a:xfrm flipH="1">
              <a:off x="109644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9" name="Google Shape;3519;p22"/>
            <p:cNvCxnSpPr>
              <a:stCxn id="3507" idx="1"/>
              <a:endCxn id="3520" idx="4"/>
            </p:cNvCxnSpPr>
            <p:nvPr/>
          </p:nvCxnSpPr>
          <p:spPr>
            <a:xfrm>
              <a:off x="1620997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1" name="Google Shape;3521;p22"/>
            <p:cNvCxnSpPr>
              <a:stCxn id="3508" idx="2"/>
              <a:endCxn id="3522" idx="5"/>
            </p:cNvCxnSpPr>
            <p:nvPr/>
          </p:nvCxnSpPr>
          <p:spPr>
            <a:xfrm flipH="1">
              <a:off x="47354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3" name="Google Shape;3523;p22"/>
            <p:cNvCxnSpPr>
              <a:stCxn id="3510" idx="1"/>
              <a:endCxn id="3524" idx="4"/>
            </p:cNvCxnSpPr>
            <p:nvPr/>
          </p:nvCxnSpPr>
          <p:spPr>
            <a:xfrm>
              <a:off x="267009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5" name="Google Shape;3525;p22"/>
            <p:cNvCxnSpPr>
              <a:stCxn id="3509" idx="2"/>
              <a:endCxn id="3524" idx="5"/>
            </p:cNvCxnSpPr>
            <p:nvPr/>
          </p:nvCxnSpPr>
          <p:spPr>
            <a:xfrm flipH="1">
              <a:off x="319463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6" name="Google Shape;3526;p22"/>
            <p:cNvCxnSpPr>
              <a:stCxn id="3509" idx="1"/>
              <a:endCxn id="3527" idx="4"/>
            </p:cNvCxnSpPr>
            <p:nvPr/>
          </p:nvCxnSpPr>
          <p:spPr>
            <a:xfrm>
              <a:off x="3719182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8" name="Google Shape;3528;p22"/>
            <p:cNvCxnSpPr>
              <a:stCxn id="3510" idx="2"/>
              <a:endCxn id="3520" idx="5"/>
            </p:cNvCxnSpPr>
            <p:nvPr/>
          </p:nvCxnSpPr>
          <p:spPr>
            <a:xfrm flipH="1">
              <a:off x="214554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9" name="Google Shape;3529;p22"/>
            <p:cNvCxnSpPr>
              <a:stCxn id="3512" idx="1"/>
              <a:endCxn id="3530" idx="4"/>
            </p:cNvCxnSpPr>
            <p:nvPr/>
          </p:nvCxnSpPr>
          <p:spPr>
            <a:xfrm>
              <a:off x="476827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1" name="Google Shape;3531;p22"/>
            <p:cNvCxnSpPr>
              <a:stCxn id="3511" idx="2"/>
              <a:endCxn id="3530" idx="5"/>
            </p:cNvCxnSpPr>
            <p:nvPr/>
          </p:nvCxnSpPr>
          <p:spPr>
            <a:xfrm flipH="1">
              <a:off x="529281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2" name="Google Shape;3532;p22"/>
            <p:cNvCxnSpPr>
              <a:stCxn id="3511" idx="1"/>
              <a:endCxn id="3533" idx="4"/>
            </p:cNvCxnSpPr>
            <p:nvPr/>
          </p:nvCxnSpPr>
          <p:spPr>
            <a:xfrm>
              <a:off x="5817368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4" name="Google Shape;3534;p22"/>
            <p:cNvCxnSpPr>
              <a:stCxn id="3512" idx="2"/>
              <a:endCxn id="3527" idx="5"/>
            </p:cNvCxnSpPr>
            <p:nvPr/>
          </p:nvCxnSpPr>
          <p:spPr>
            <a:xfrm flipH="1">
              <a:off x="4243725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5" name="Google Shape;3535;p22"/>
            <p:cNvCxnSpPr>
              <a:stCxn id="3514" idx="1"/>
              <a:endCxn id="3536" idx="4"/>
            </p:cNvCxnSpPr>
            <p:nvPr/>
          </p:nvCxnSpPr>
          <p:spPr>
            <a:xfrm>
              <a:off x="686646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7" name="Google Shape;3537;p22"/>
            <p:cNvCxnSpPr>
              <a:stCxn id="3513" idx="2"/>
              <a:endCxn id="3536" idx="5"/>
            </p:cNvCxnSpPr>
            <p:nvPr/>
          </p:nvCxnSpPr>
          <p:spPr>
            <a:xfrm flipH="1">
              <a:off x="739100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8" name="Google Shape;3538;p22"/>
            <p:cNvCxnSpPr>
              <a:stCxn id="3513" idx="1"/>
              <a:endCxn id="3539" idx="4"/>
            </p:cNvCxnSpPr>
            <p:nvPr/>
          </p:nvCxnSpPr>
          <p:spPr>
            <a:xfrm>
              <a:off x="7915553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0" name="Google Shape;3540;p22"/>
            <p:cNvCxnSpPr>
              <a:stCxn id="3514" idx="2"/>
              <a:endCxn id="3533" idx="5"/>
            </p:cNvCxnSpPr>
            <p:nvPr/>
          </p:nvCxnSpPr>
          <p:spPr>
            <a:xfrm flipH="1">
              <a:off x="6341910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1" name="Google Shape;3541;p22"/>
            <p:cNvCxnSpPr>
              <a:stCxn id="3515" idx="2"/>
              <a:endCxn id="3539" idx="5"/>
            </p:cNvCxnSpPr>
            <p:nvPr/>
          </p:nvCxnSpPr>
          <p:spPr>
            <a:xfrm flipH="1">
              <a:off x="844009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2" name="Google Shape;3542;p22"/>
            <p:cNvCxnSpPr>
              <a:stCxn id="3515" idx="1"/>
              <a:endCxn id="3543" idx="4"/>
            </p:cNvCxnSpPr>
            <p:nvPr/>
          </p:nvCxnSpPr>
          <p:spPr>
            <a:xfrm>
              <a:off x="8964646" y="28852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544" name="Google Shape;3544;p22"/>
            <p:cNvGrpSpPr/>
            <p:nvPr/>
          </p:nvGrpSpPr>
          <p:grpSpPr>
            <a:xfrm>
              <a:off x="-496171" y="3198027"/>
              <a:ext cx="10136342" cy="603900"/>
              <a:chOff x="26526" y="1502274"/>
              <a:chExt cx="10136342" cy="603900"/>
            </a:xfrm>
          </p:grpSpPr>
          <p:sp>
            <p:nvSpPr>
              <p:cNvPr id="3517" name="Google Shape;3517;p22"/>
              <p:cNvSpPr/>
              <p:nvPr/>
            </p:nvSpPr>
            <p:spPr>
              <a:xfrm>
                <a:off x="1075619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22"/>
              <p:cNvSpPr/>
              <p:nvPr/>
            </p:nvSpPr>
            <p:spPr>
              <a:xfrm>
                <a:off x="26526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22"/>
              <p:cNvSpPr/>
              <p:nvPr/>
            </p:nvSpPr>
            <p:spPr>
              <a:xfrm>
                <a:off x="3173804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22"/>
              <p:cNvSpPr/>
              <p:nvPr/>
            </p:nvSpPr>
            <p:spPr>
              <a:xfrm>
                <a:off x="2124712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22"/>
              <p:cNvSpPr/>
              <p:nvPr/>
            </p:nvSpPr>
            <p:spPr>
              <a:xfrm>
                <a:off x="5271990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22"/>
              <p:cNvSpPr/>
              <p:nvPr/>
            </p:nvSpPr>
            <p:spPr>
              <a:xfrm>
                <a:off x="4222897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22"/>
              <p:cNvSpPr/>
              <p:nvPr/>
            </p:nvSpPr>
            <p:spPr>
              <a:xfrm>
                <a:off x="7370175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22"/>
              <p:cNvSpPr/>
              <p:nvPr/>
            </p:nvSpPr>
            <p:spPr>
              <a:xfrm>
                <a:off x="6321083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22"/>
              <p:cNvSpPr/>
              <p:nvPr/>
            </p:nvSpPr>
            <p:spPr>
              <a:xfrm>
                <a:off x="84192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22"/>
              <p:cNvSpPr/>
              <p:nvPr/>
            </p:nvSpPr>
            <p:spPr>
              <a:xfrm>
                <a:off x="9468368" y="1502274"/>
                <a:ext cx="694500" cy="60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545" name="Google Shape;3545;p22"/>
            <p:cNvCxnSpPr>
              <a:stCxn id="3522" idx="3"/>
              <a:endCxn id="3543" idx="0"/>
            </p:cNvCxnSpPr>
            <p:nvPr/>
          </p:nvCxnSpPr>
          <p:spPr>
            <a:xfrm>
              <a:off x="-496171" y="34999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6" name="Google Shape;3546;p22"/>
            <p:cNvCxnSpPr>
              <a:stCxn id="3508" idx="5"/>
              <a:endCxn id="3478" idx="2"/>
            </p:cNvCxnSpPr>
            <p:nvPr/>
          </p:nvCxnSpPr>
          <p:spPr>
            <a:xfrm rot="10800000" flipH="1">
              <a:off x="57190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7" name="Google Shape;3547;p22"/>
            <p:cNvCxnSpPr>
              <a:stCxn id="3507" idx="4"/>
              <a:endCxn id="3478" idx="1"/>
            </p:cNvCxnSpPr>
            <p:nvPr/>
          </p:nvCxnSpPr>
          <p:spPr>
            <a:xfrm rot="10800000">
              <a:off x="109644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8" name="Google Shape;3548;p22"/>
            <p:cNvCxnSpPr>
              <a:stCxn id="3507" idx="5"/>
              <a:endCxn id="3481" idx="2"/>
            </p:cNvCxnSpPr>
            <p:nvPr/>
          </p:nvCxnSpPr>
          <p:spPr>
            <a:xfrm rot="10800000" flipH="1">
              <a:off x="1620997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9" name="Google Shape;3549;p22"/>
            <p:cNvCxnSpPr>
              <a:stCxn id="3508" idx="4"/>
              <a:endCxn id="3483" idx="1"/>
            </p:cNvCxnSpPr>
            <p:nvPr/>
          </p:nvCxnSpPr>
          <p:spPr>
            <a:xfrm rot="10800000">
              <a:off x="47354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0" name="Google Shape;3550;p22"/>
            <p:cNvCxnSpPr>
              <a:stCxn id="3510" idx="5"/>
              <a:endCxn id="3485" idx="2"/>
            </p:cNvCxnSpPr>
            <p:nvPr/>
          </p:nvCxnSpPr>
          <p:spPr>
            <a:xfrm rot="10800000" flipH="1">
              <a:off x="267009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1" name="Google Shape;3551;p22"/>
            <p:cNvCxnSpPr>
              <a:stCxn id="3509" idx="4"/>
              <a:endCxn id="3485" idx="1"/>
            </p:cNvCxnSpPr>
            <p:nvPr/>
          </p:nvCxnSpPr>
          <p:spPr>
            <a:xfrm rot="10800000">
              <a:off x="319463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2" name="Google Shape;3552;p22"/>
            <p:cNvCxnSpPr>
              <a:stCxn id="3509" idx="5"/>
              <a:endCxn id="3488" idx="2"/>
            </p:cNvCxnSpPr>
            <p:nvPr/>
          </p:nvCxnSpPr>
          <p:spPr>
            <a:xfrm rot="10800000" flipH="1">
              <a:off x="3719182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3" name="Google Shape;3553;p22"/>
            <p:cNvCxnSpPr>
              <a:stCxn id="3510" idx="4"/>
              <a:endCxn id="3481" idx="1"/>
            </p:cNvCxnSpPr>
            <p:nvPr/>
          </p:nvCxnSpPr>
          <p:spPr>
            <a:xfrm rot="10800000">
              <a:off x="214554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4" name="Google Shape;3554;p22"/>
            <p:cNvCxnSpPr>
              <a:stCxn id="3512" idx="5"/>
              <a:endCxn id="3491" idx="2"/>
            </p:cNvCxnSpPr>
            <p:nvPr/>
          </p:nvCxnSpPr>
          <p:spPr>
            <a:xfrm rot="10800000" flipH="1">
              <a:off x="476827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5" name="Google Shape;3555;p22"/>
            <p:cNvCxnSpPr>
              <a:stCxn id="3511" idx="4"/>
              <a:endCxn id="3491" idx="1"/>
            </p:cNvCxnSpPr>
            <p:nvPr/>
          </p:nvCxnSpPr>
          <p:spPr>
            <a:xfrm rot="10800000">
              <a:off x="529281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6" name="Google Shape;3556;p22"/>
            <p:cNvCxnSpPr>
              <a:stCxn id="3511" idx="5"/>
              <a:endCxn id="3494" idx="2"/>
            </p:cNvCxnSpPr>
            <p:nvPr/>
          </p:nvCxnSpPr>
          <p:spPr>
            <a:xfrm rot="10800000" flipH="1">
              <a:off x="5817368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7" name="Google Shape;3557;p22"/>
            <p:cNvCxnSpPr>
              <a:stCxn id="3512" idx="4"/>
              <a:endCxn id="3488" idx="1"/>
            </p:cNvCxnSpPr>
            <p:nvPr/>
          </p:nvCxnSpPr>
          <p:spPr>
            <a:xfrm rot="10800000">
              <a:off x="4243725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8" name="Google Shape;3558;p22"/>
            <p:cNvCxnSpPr>
              <a:stCxn id="3514" idx="5"/>
              <a:endCxn id="3497" idx="2"/>
            </p:cNvCxnSpPr>
            <p:nvPr/>
          </p:nvCxnSpPr>
          <p:spPr>
            <a:xfrm rot="10800000" flipH="1">
              <a:off x="686646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59" name="Google Shape;3559;p22"/>
            <p:cNvCxnSpPr>
              <a:stCxn id="3513" idx="4"/>
              <a:endCxn id="3497" idx="1"/>
            </p:cNvCxnSpPr>
            <p:nvPr/>
          </p:nvCxnSpPr>
          <p:spPr>
            <a:xfrm rot="10800000">
              <a:off x="739100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0" name="Google Shape;3560;p22"/>
            <p:cNvCxnSpPr>
              <a:stCxn id="3513" idx="5"/>
              <a:endCxn id="3500" idx="2"/>
            </p:cNvCxnSpPr>
            <p:nvPr/>
          </p:nvCxnSpPr>
          <p:spPr>
            <a:xfrm rot="10800000" flipH="1">
              <a:off x="7915553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1" name="Google Shape;3561;p22"/>
            <p:cNvCxnSpPr>
              <a:stCxn id="3514" idx="4"/>
              <a:endCxn id="3494" idx="1"/>
            </p:cNvCxnSpPr>
            <p:nvPr/>
          </p:nvCxnSpPr>
          <p:spPr>
            <a:xfrm rot="10800000">
              <a:off x="6341910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2" name="Google Shape;3562;p22"/>
            <p:cNvCxnSpPr>
              <a:stCxn id="3515" idx="4"/>
              <a:endCxn id="3500" idx="1"/>
            </p:cNvCxnSpPr>
            <p:nvPr/>
          </p:nvCxnSpPr>
          <p:spPr>
            <a:xfrm rot="10800000">
              <a:off x="844009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3" name="Google Shape;3563;p22"/>
            <p:cNvCxnSpPr>
              <a:stCxn id="3515" idx="5"/>
              <a:endCxn id="3504" idx="2"/>
            </p:cNvCxnSpPr>
            <p:nvPr/>
          </p:nvCxnSpPr>
          <p:spPr>
            <a:xfrm rot="10800000" flipH="1">
              <a:off x="8964646" y="19687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4" name="Google Shape;3564;p22"/>
            <p:cNvCxnSpPr/>
            <p:nvPr/>
          </p:nvCxnSpPr>
          <p:spPr>
            <a:xfrm>
              <a:off x="-367050" y="4417345"/>
              <a:ext cx="9878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65" name="Google Shape;3565;p22"/>
            <p:cNvSpPr/>
            <p:nvPr/>
          </p:nvSpPr>
          <p:spPr>
            <a:xfrm>
              <a:off x="1077472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22"/>
            <p:cNvSpPr/>
            <p:nvPr/>
          </p:nvSpPr>
          <p:spPr>
            <a:xfrm>
              <a:off x="28379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22"/>
            <p:cNvSpPr/>
            <p:nvPr/>
          </p:nvSpPr>
          <p:spPr>
            <a:xfrm>
              <a:off x="3175657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22"/>
            <p:cNvSpPr/>
            <p:nvPr/>
          </p:nvSpPr>
          <p:spPr>
            <a:xfrm>
              <a:off x="212656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22"/>
            <p:cNvSpPr/>
            <p:nvPr/>
          </p:nvSpPr>
          <p:spPr>
            <a:xfrm>
              <a:off x="5273843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22"/>
            <p:cNvSpPr/>
            <p:nvPr/>
          </p:nvSpPr>
          <p:spPr>
            <a:xfrm>
              <a:off x="4224750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22"/>
            <p:cNvSpPr/>
            <p:nvPr/>
          </p:nvSpPr>
          <p:spPr>
            <a:xfrm>
              <a:off x="7372028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22"/>
            <p:cNvSpPr/>
            <p:nvPr/>
          </p:nvSpPr>
          <p:spPr>
            <a:xfrm>
              <a:off x="6322935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22"/>
            <p:cNvSpPr/>
            <p:nvPr/>
          </p:nvSpPr>
          <p:spPr>
            <a:xfrm>
              <a:off x="8421121" y="4114674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74" name="Google Shape;3574;p22"/>
            <p:cNvCxnSpPr>
              <a:stCxn id="3566" idx="1"/>
              <a:endCxn id="3575" idx="4"/>
            </p:cNvCxnSpPr>
            <p:nvPr/>
          </p:nvCxnSpPr>
          <p:spPr>
            <a:xfrm>
              <a:off x="57190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6" name="Google Shape;3576;p22"/>
            <p:cNvCxnSpPr>
              <a:stCxn id="3565" idx="2"/>
              <a:endCxn id="3575" idx="5"/>
            </p:cNvCxnSpPr>
            <p:nvPr/>
          </p:nvCxnSpPr>
          <p:spPr>
            <a:xfrm flipH="1">
              <a:off x="109644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7" name="Google Shape;3577;p22"/>
            <p:cNvCxnSpPr>
              <a:stCxn id="3565" idx="1"/>
              <a:endCxn id="3578" idx="4"/>
            </p:cNvCxnSpPr>
            <p:nvPr/>
          </p:nvCxnSpPr>
          <p:spPr>
            <a:xfrm>
              <a:off x="1620997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9" name="Google Shape;3579;p22"/>
            <p:cNvCxnSpPr>
              <a:stCxn id="3566" idx="2"/>
              <a:endCxn id="3580" idx="5"/>
            </p:cNvCxnSpPr>
            <p:nvPr/>
          </p:nvCxnSpPr>
          <p:spPr>
            <a:xfrm flipH="1">
              <a:off x="47354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1" name="Google Shape;3581;p22"/>
            <p:cNvCxnSpPr>
              <a:stCxn id="3568" idx="1"/>
              <a:endCxn id="3582" idx="4"/>
            </p:cNvCxnSpPr>
            <p:nvPr/>
          </p:nvCxnSpPr>
          <p:spPr>
            <a:xfrm>
              <a:off x="267009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3" name="Google Shape;3583;p22"/>
            <p:cNvCxnSpPr>
              <a:stCxn id="3567" idx="2"/>
              <a:endCxn id="3582" idx="5"/>
            </p:cNvCxnSpPr>
            <p:nvPr/>
          </p:nvCxnSpPr>
          <p:spPr>
            <a:xfrm flipH="1">
              <a:off x="319463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4" name="Google Shape;3584;p22"/>
            <p:cNvCxnSpPr>
              <a:stCxn id="3567" idx="1"/>
              <a:endCxn id="3585" idx="4"/>
            </p:cNvCxnSpPr>
            <p:nvPr/>
          </p:nvCxnSpPr>
          <p:spPr>
            <a:xfrm>
              <a:off x="3719182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6" name="Google Shape;3586;p22"/>
            <p:cNvCxnSpPr>
              <a:stCxn id="3568" idx="2"/>
              <a:endCxn id="3578" idx="5"/>
            </p:cNvCxnSpPr>
            <p:nvPr/>
          </p:nvCxnSpPr>
          <p:spPr>
            <a:xfrm flipH="1">
              <a:off x="214554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7" name="Google Shape;3587;p22"/>
            <p:cNvCxnSpPr>
              <a:stCxn id="3570" idx="1"/>
              <a:endCxn id="3588" idx="4"/>
            </p:cNvCxnSpPr>
            <p:nvPr/>
          </p:nvCxnSpPr>
          <p:spPr>
            <a:xfrm>
              <a:off x="476827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89" name="Google Shape;3589;p22"/>
            <p:cNvCxnSpPr>
              <a:stCxn id="3569" idx="2"/>
              <a:endCxn id="3588" idx="5"/>
            </p:cNvCxnSpPr>
            <p:nvPr/>
          </p:nvCxnSpPr>
          <p:spPr>
            <a:xfrm flipH="1">
              <a:off x="529281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0" name="Google Shape;3590;p22"/>
            <p:cNvCxnSpPr>
              <a:stCxn id="3569" idx="1"/>
              <a:endCxn id="3591" idx="4"/>
            </p:cNvCxnSpPr>
            <p:nvPr/>
          </p:nvCxnSpPr>
          <p:spPr>
            <a:xfrm>
              <a:off x="5817368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2" name="Google Shape;3592;p22"/>
            <p:cNvCxnSpPr>
              <a:stCxn id="3570" idx="2"/>
              <a:endCxn id="3585" idx="5"/>
            </p:cNvCxnSpPr>
            <p:nvPr/>
          </p:nvCxnSpPr>
          <p:spPr>
            <a:xfrm flipH="1">
              <a:off x="4243725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3" name="Google Shape;3593;p22"/>
            <p:cNvCxnSpPr>
              <a:stCxn id="3572" idx="1"/>
              <a:endCxn id="3594" idx="4"/>
            </p:cNvCxnSpPr>
            <p:nvPr/>
          </p:nvCxnSpPr>
          <p:spPr>
            <a:xfrm>
              <a:off x="686646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5" name="Google Shape;3595;p22"/>
            <p:cNvCxnSpPr>
              <a:stCxn id="3571" idx="2"/>
              <a:endCxn id="3594" idx="5"/>
            </p:cNvCxnSpPr>
            <p:nvPr/>
          </p:nvCxnSpPr>
          <p:spPr>
            <a:xfrm flipH="1">
              <a:off x="739100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6" name="Google Shape;3596;p22"/>
            <p:cNvCxnSpPr>
              <a:stCxn id="3571" idx="1"/>
              <a:endCxn id="3597" idx="4"/>
            </p:cNvCxnSpPr>
            <p:nvPr/>
          </p:nvCxnSpPr>
          <p:spPr>
            <a:xfrm>
              <a:off x="7915553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8" name="Google Shape;3598;p22"/>
            <p:cNvCxnSpPr>
              <a:stCxn id="3572" idx="2"/>
              <a:endCxn id="3591" idx="5"/>
            </p:cNvCxnSpPr>
            <p:nvPr/>
          </p:nvCxnSpPr>
          <p:spPr>
            <a:xfrm flipH="1">
              <a:off x="6341910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9" name="Google Shape;3599;p22"/>
            <p:cNvCxnSpPr>
              <a:stCxn id="3573" idx="2"/>
              <a:endCxn id="3597" idx="5"/>
            </p:cNvCxnSpPr>
            <p:nvPr/>
          </p:nvCxnSpPr>
          <p:spPr>
            <a:xfrm flipH="1">
              <a:off x="844009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0" name="Google Shape;3600;p22"/>
            <p:cNvCxnSpPr>
              <a:stCxn id="3573" idx="1"/>
              <a:endCxn id="3601" idx="4"/>
            </p:cNvCxnSpPr>
            <p:nvPr/>
          </p:nvCxnSpPr>
          <p:spPr>
            <a:xfrm>
              <a:off x="8964646" y="4718574"/>
              <a:ext cx="132000" cy="31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75" name="Google Shape;3575;p22"/>
            <p:cNvSpPr/>
            <p:nvPr/>
          </p:nvSpPr>
          <p:spPr>
            <a:xfrm>
              <a:off x="552922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22"/>
            <p:cNvSpPr/>
            <p:nvPr/>
          </p:nvSpPr>
          <p:spPr>
            <a:xfrm>
              <a:off x="-4961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22"/>
            <p:cNvSpPr/>
            <p:nvPr/>
          </p:nvSpPr>
          <p:spPr>
            <a:xfrm>
              <a:off x="2651107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22"/>
            <p:cNvSpPr/>
            <p:nvPr/>
          </p:nvSpPr>
          <p:spPr>
            <a:xfrm>
              <a:off x="160201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22"/>
            <p:cNvSpPr/>
            <p:nvPr/>
          </p:nvSpPr>
          <p:spPr>
            <a:xfrm>
              <a:off x="4749293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22"/>
            <p:cNvSpPr/>
            <p:nvPr/>
          </p:nvSpPr>
          <p:spPr>
            <a:xfrm>
              <a:off x="3700200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22"/>
            <p:cNvSpPr/>
            <p:nvPr/>
          </p:nvSpPr>
          <p:spPr>
            <a:xfrm>
              <a:off x="6847478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22"/>
            <p:cNvSpPr/>
            <p:nvPr/>
          </p:nvSpPr>
          <p:spPr>
            <a:xfrm>
              <a:off x="5798385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22"/>
            <p:cNvSpPr/>
            <p:nvPr/>
          </p:nvSpPr>
          <p:spPr>
            <a:xfrm>
              <a:off x="78965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22"/>
            <p:cNvSpPr/>
            <p:nvPr/>
          </p:nvSpPr>
          <p:spPr>
            <a:xfrm>
              <a:off x="8945671" y="5031327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02" name="Google Shape;3602;p22"/>
            <p:cNvCxnSpPr>
              <a:stCxn id="3580" idx="3"/>
              <a:endCxn id="3601" idx="0"/>
            </p:cNvCxnSpPr>
            <p:nvPr/>
          </p:nvCxnSpPr>
          <p:spPr>
            <a:xfrm>
              <a:off x="-496171" y="5333277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3" name="Google Shape;3603;p22"/>
            <p:cNvCxnSpPr>
              <a:stCxn id="3566" idx="5"/>
              <a:endCxn id="3517" idx="2"/>
            </p:cNvCxnSpPr>
            <p:nvPr/>
          </p:nvCxnSpPr>
          <p:spPr>
            <a:xfrm rot="10800000" flipH="1">
              <a:off x="57190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4" name="Google Shape;3604;p22"/>
            <p:cNvCxnSpPr>
              <a:stCxn id="3565" idx="4"/>
              <a:endCxn id="3517" idx="1"/>
            </p:cNvCxnSpPr>
            <p:nvPr/>
          </p:nvCxnSpPr>
          <p:spPr>
            <a:xfrm rot="10800000">
              <a:off x="109644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5" name="Google Shape;3605;p22"/>
            <p:cNvCxnSpPr>
              <a:stCxn id="3565" idx="5"/>
              <a:endCxn id="3520" idx="2"/>
            </p:cNvCxnSpPr>
            <p:nvPr/>
          </p:nvCxnSpPr>
          <p:spPr>
            <a:xfrm rot="10800000" flipH="1">
              <a:off x="1620997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6" name="Google Shape;3606;p22"/>
            <p:cNvCxnSpPr>
              <a:stCxn id="3566" idx="4"/>
              <a:endCxn id="3522" idx="1"/>
            </p:cNvCxnSpPr>
            <p:nvPr/>
          </p:nvCxnSpPr>
          <p:spPr>
            <a:xfrm rot="10800000">
              <a:off x="47354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7" name="Google Shape;3607;p22"/>
            <p:cNvCxnSpPr>
              <a:stCxn id="3568" idx="5"/>
              <a:endCxn id="3524" idx="2"/>
            </p:cNvCxnSpPr>
            <p:nvPr/>
          </p:nvCxnSpPr>
          <p:spPr>
            <a:xfrm rot="10800000" flipH="1">
              <a:off x="267009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8" name="Google Shape;3608;p22"/>
            <p:cNvCxnSpPr>
              <a:stCxn id="3567" idx="4"/>
              <a:endCxn id="3524" idx="1"/>
            </p:cNvCxnSpPr>
            <p:nvPr/>
          </p:nvCxnSpPr>
          <p:spPr>
            <a:xfrm rot="10800000">
              <a:off x="319463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9" name="Google Shape;3609;p22"/>
            <p:cNvCxnSpPr>
              <a:stCxn id="3567" idx="5"/>
              <a:endCxn id="3527" idx="2"/>
            </p:cNvCxnSpPr>
            <p:nvPr/>
          </p:nvCxnSpPr>
          <p:spPr>
            <a:xfrm rot="10800000" flipH="1">
              <a:off x="3719182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0" name="Google Shape;3610;p22"/>
            <p:cNvCxnSpPr>
              <a:stCxn id="3568" idx="4"/>
              <a:endCxn id="3520" idx="1"/>
            </p:cNvCxnSpPr>
            <p:nvPr/>
          </p:nvCxnSpPr>
          <p:spPr>
            <a:xfrm rot="10800000">
              <a:off x="214554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1" name="Google Shape;3611;p22"/>
            <p:cNvCxnSpPr>
              <a:stCxn id="3570" idx="5"/>
              <a:endCxn id="3530" idx="2"/>
            </p:cNvCxnSpPr>
            <p:nvPr/>
          </p:nvCxnSpPr>
          <p:spPr>
            <a:xfrm rot="10800000" flipH="1">
              <a:off x="476827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2" name="Google Shape;3612;p22"/>
            <p:cNvCxnSpPr>
              <a:stCxn id="3569" idx="4"/>
              <a:endCxn id="3530" idx="1"/>
            </p:cNvCxnSpPr>
            <p:nvPr/>
          </p:nvCxnSpPr>
          <p:spPr>
            <a:xfrm rot="10800000">
              <a:off x="529281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3" name="Google Shape;3613;p22"/>
            <p:cNvCxnSpPr>
              <a:stCxn id="3569" idx="5"/>
              <a:endCxn id="3533" idx="2"/>
            </p:cNvCxnSpPr>
            <p:nvPr/>
          </p:nvCxnSpPr>
          <p:spPr>
            <a:xfrm rot="10800000" flipH="1">
              <a:off x="5817368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4" name="Google Shape;3614;p22"/>
            <p:cNvCxnSpPr>
              <a:stCxn id="3570" idx="4"/>
              <a:endCxn id="3527" idx="1"/>
            </p:cNvCxnSpPr>
            <p:nvPr/>
          </p:nvCxnSpPr>
          <p:spPr>
            <a:xfrm rot="10800000">
              <a:off x="4243725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5" name="Google Shape;3615;p22"/>
            <p:cNvCxnSpPr>
              <a:stCxn id="3572" idx="5"/>
              <a:endCxn id="3536" idx="2"/>
            </p:cNvCxnSpPr>
            <p:nvPr/>
          </p:nvCxnSpPr>
          <p:spPr>
            <a:xfrm rot="10800000" flipH="1">
              <a:off x="686646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6" name="Google Shape;3616;p22"/>
            <p:cNvCxnSpPr>
              <a:stCxn id="3571" idx="4"/>
              <a:endCxn id="3536" idx="1"/>
            </p:cNvCxnSpPr>
            <p:nvPr/>
          </p:nvCxnSpPr>
          <p:spPr>
            <a:xfrm rot="10800000">
              <a:off x="739100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7" name="Google Shape;3617;p22"/>
            <p:cNvCxnSpPr>
              <a:stCxn id="3571" idx="5"/>
              <a:endCxn id="3539" idx="2"/>
            </p:cNvCxnSpPr>
            <p:nvPr/>
          </p:nvCxnSpPr>
          <p:spPr>
            <a:xfrm rot="10800000" flipH="1">
              <a:off x="7915553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8" name="Google Shape;3618;p22"/>
            <p:cNvCxnSpPr>
              <a:stCxn id="3572" idx="4"/>
              <a:endCxn id="3533" idx="1"/>
            </p:cNvCxnSpPr>
            <p:nvPr/>
          </p:nvCxnSpPr>
          <p:spPr>
            <a:xfrm rot="10800000">
              <a:off x="6341910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9" name="Google Shape;3619;p22"/>
            <p:cNvCxnSpPr>
              <a:stCxn id="3573" idx="4"/>
              <a:endCxn id="3539" idx="1"/>
            </p:cNvCxnSpPr>
            <p:nvPr/>
          </p:nvCxnSpPr>
          <p:spPr>
            <a:xfrm rot="10800000">
              <a:off x="844009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0" name="Google Shape;3620;p22"/>
            <p:cNvCxnSpPr>
              <a:stCxn id="3573" idx="5"/>
              <a:endCxn id="3543" idx="2"/>
            </p:cNvCxnSpPr>
            <p:nvPr/>
          </p:nvCxnSpPr>
          <p:spPr>
            <a:xfrm rot="10800000" flipH="1">
              <a:off x="8964646" y="3802074"/>
              <a:ext cx="132000" cy="31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21" name="Google Shape;3621;p22"/>
            <p:cNvSpPr/>
            <p:nvPr/>
          </p:nvSpPr>
          <p:spPr>
            <a:xfrm>
              <a:off x="552922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22"/>
            <p:cNvSpPr/>
            <p:nvPr/>
          </p:nvSpPr>
          <p:spPr>
            <a:xfrm>
              <a:off x="-4961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22"/>
            <p:cNvSpPr/>
            <p:nvPr/>
          </p:nvSpPr>
          <p:spPr>
            <a:xfrm>
              <a:off x="2651107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22"/>
            <p:cNvSpPr/>
            <p:nvPr/>
          </p:nvSpPr>
          <p:spPr>
            <a:xfrm>
              <a:off x="160201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22"/>
            <p:cNvSpPr/>
            <p:nvPr/>
          </p:nvSpPr>
          <p:spPr>
            <a:xfrm>
              <a:off x="4749293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22"/>
            <p:cNvSpPr/>
            <p:nvPr/>
          </p:nvSpPr>
          <p:spPr>
            <a:xfrm>
              <a:off x="3700200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22"/>
            <p:cNvSpPr/>
            <p:nvPr/>
          </p:nvSpPr>
          <p:spPr>
            <a:xfrm>
              <a:off x="6847478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22"/>
            <p:cNvSpPr/>
            <p:nvPr/>
          </p:nvSpPr>
          <p:spPr>
            <a:xfrm>
              <a:off x="5798385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22"/>
            <p:cNvSpPr/>
            <p:nvPr/>
          </p:nvSpPr>
          <p:spPr>
            <a:xfrm>
              <a:off x="78965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22"/>
            <p:cNvSpPr/>
            <p:nvPr/>
          </p:nvSpPr>
          <p:spPr>
            <a:xfrm>
              <a:off x="8945671" y="-467123"/>
              <a:ext cx="694500" cy="603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31" name="Google Shape;3631;p22"/>
            <p:cNvCxnSpPr>
              <a:stCxn id="3622" idx="3"/>
              <a:endCxn id="3630" idx="0"/>
            </p:cNvCxnSpPr>
            <p:nvPr/>
          </p:nvCxnSpPr>
          <p:spPr>
            <a:xfrm>
              <a:off x="-496171" y="-165173"/>
              <a:ext cx="1013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2" name="Google Shape;3632;p22"/>
            <p:cNvCxnSpPr>
              <a:stCxn id="3469" idx="5"/>
              <a:endCxn id="3621" idx="2"/>
            </p:cNvCxnSpPr>
            <p:nvPr/>
          </p:nvCxnSpPr>
          <p:spPr>
            <a:xfrm rot="10800000" flipH="1">
              <a:off x="57190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3" name="Google Shape;3633;p22"/>
            <p:cNvCxnSpPr>
              <a:stCxn id="3468" idx="4"/>
              <a:endCxn id="3621" idx="1"/>
            </p:cNvCxnSpPr>
            <p:nvPr/>
          </p:nvCxnSpPr>
          <p:spPr>
            <a:xfrm rot="10800000">
              <a:off x="109644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4" name="Google Shape;3634;p22"/>
            <p:cNvCxnSpPr>
              <a:stCxn id="3468" idx="5"/>
              <a:endCxn id="3624" idx="2"/>
            </p:cNvCxnSpPr>
            <p:nvPr/>
          </p:nvCxnSpPr>
          <p:spPr>
            <a:xfrm rot="10800000" flipH="1">
              <a:off x="1620997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5" name="Google Shape;3635;p22"/>
            <p:cNvCxnSpPr>
              <a:stCxn id="3469" idx="4"/>
              <a:endCxn id="3622" idx="1"/>
            </p:cNvCxnSpPr>
            <p:nvPr/>
          </p:nvCxnSpPr>
          <p:spPr>
            <a:xfrm rot="10800000">
              <a:off x="47354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6" name="Google Shape;3636;p22"/>
            <p:cNvCxnSpPr>
              <a:stCxn id="3471" idx="5"/>
              <a:endCxn id="3623" idx="2"/>
            </p:cNvCxnSpPr>
            <p:nvPr/>
          </p:nvCxnSpPr>
          <p:spPr>
            <a:xfrm rot="10800000" flipH="1">
              <a:off x="267009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7" name="Google Shape;3637;p22"/>
            <p:cNvCxnSpPr>
              <a:stCxn id="3470" idx="4"/>
              <a:endCxn id="3623" idx="1"/>
            </p:cNvCxnSpPr>
            <p:nvPr/>
          </p:nvCxnSpPr>
          <p:spPr>
            <a:xfrm rot="10800000">
              <a:off x="319463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8" name="Google Shape;3638;p22"/>
            <p:cNvCxnSpPr>
              <a:stCxn id="3470" idx="5"/>
              <a:endCxn id="3626" idx="2"/>
            </p:cNvCxnSpPr>
            <p:nvPr/>
          </p:nvCxnSpPr>
          <p:spPr>
            <a:xfrm rot="10800000" flipH="1">
              <a:off x="3719182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9" name="Google Shape;3639;p22"/>
            <p:cNvCxnSpPr>
              <a:stCxn id="3471" idx="4"/>
              <a:endCxn id="3624" idx="1"/>
            </p:cNvCxnSpPr>
            <p:nvPr/>
          </p:nvCxnSpPr>
          <p:spPr>
            <a:xfrm rot="10800000">
              <a:off x="214554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0" name="Google Shape;3640;p22"/>
            <p:cNvCxnSpPr>
              <a:stCxn id="3473" idx="5"/>
              <a:endCxn id="3625" idx="2"/>
            </p:cNvCxnSpPr>
            <p:nvPr/>
          </p:nvCxnSpPr>
          <p:spPr>
            <a:xfrm rot="10800000" flipH="1">
              <a:off x="476827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1" name="Google Shape;3641;p22"/>
            <p:cNvCxnSpPr>
              <a:stCxn id="3472" idx="4"/>
              <a:endCxn id="3625" idx="1"/>
            </p:cNvCxnSpPr>
            <p:nvPr/>
          </p:nvCxnSpPr>
          <p:spPr>
            <a:xfrm rot="10800000">
              <a:off x="529281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2" name="Google Shape;3642;p22"/>
            <p:cNvCxnSpPr>
              <a:stCxn id="3472" idx="5"/>
              <a:endCxn id="3628" idx="2"/>
            </p:cNvCxnSpPr>
            <p:nvPr/>
          </p:nvCxnSpPr>
          <p:spPr>
            <a:xfrm rot="10800000" flipH="1">
              <a:off x="5817368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3" name="Google Shape;3643;p22"/>
            <p:cNvCxnSpPr>
              <a:stCxn id="3473" idx="4"/>
              <a:endCxn id="3626" idx="1"/>
            </p:cNvCxnSpPr>
            <p:nvPr/>
          </p:nvCxnSpPr>
          <p:spPr>
            <a:xfrm rot="10800000">
              <a:off x="4243725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4" name="Google Shape;3644;p22"/>
            <p:cNvCxnSpPr>
              <a:stCxn id="3475" idx="5"/>
              <a:endCxn id="3627" idx="2"/>
            </p:cNvCxnSpPr>
            <p:nvPr/>
          </p:nvCxnSpPr>
          <p:spPr>
            <a:xfrm rot="10800000" flipH="1">
              <a:off x="686646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5" name="Google Shape;3645;p22"/>
            <p:cNvCxnSpPr>
              <a:stCxn id="3474" idx="4"/>
              <a:endCxn id="3627" idx="1"/>
            </p:cNvCxnSpPr>
            <p:nvPr/>
          </p:nvCxnSpPr>
          <p:spPr>
            <a:xfrm rot="10800000">
              <a:off x="739100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6" name="Google Shape;3646;p22"/>
            <p:cNvCxnSpPr>
              <a:stCxn id="3474" idx="5"/>
              <a:endCxn id="3629" idx="2"/>
            </p:cNvCxnSpPr>
            <p:nvPr/>
          </p:nvCxnSpPr>
          <p:spPr>
            <a:xfrm rot="10800000" flipH="1">
              <a:off x="7915553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7" name="Google Shape;3647;p22"/>
            <p:cNvCxnSpPr>
              <a:stCxn id="3475" idx="4"/>
              <a:endCxn id="3628" idx="1"/>
            </p:cNvCxnSpPr>
            <p:nvPr/>
          </p:nvCxnSpPr>
          <p:spPr>
            <a:xfrm rot="10800000">
              <a:off x="6341910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8" name="Google Shape;3648;p22"/>
            <p:cNvCxnSpPr>
              <a:stCxn id="3476" idx="4"/>
              <a:endCxn id="3629" idx="1"/>
            </p:cNvCxnSpPr>
            <p:nvPr/>
          </p:nvCxnSpPr>
          <p:spPr>
            <a:xfrm rot="10800000">
              <a:off x="844009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9" name="Google Shape;3649;p22"/>
            <p:cNvCxnSpPr>
              <a:stCxn id="3476" idx="5"/>
              <a:endCxn id="3630" idx="2"/>
            </p:cNvCxnSpPr>
            <p:nvPr/>
          </p:nvCxnSpPr>
          <p:spPr>
            <a:xfrm rot="10800000" flipH="1">
              <a:off x="8964646" y="136674"/>
              <a:ext cx="132000" cy="311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50" name="Google Shape;3650;p22"/>
          <p:cNvSpPr/>
          <p:nvPr/>
        </p:nvSpPr>
        <p:spPr>
          <a:xfrm>
            <a:off x="1031275" y="217725"/>
            <a:ext cx="9381000" cy="4708200"/>
          </a:xfrm>
          <a:prstGeom prst="hexagon">
            <a:avLst>
              <a:gd name="adj" fmla="val 22536"/>
              <a:gd name="vf" fmla="val 1154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0083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186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828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4673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611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17714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60417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2368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50223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9798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211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jalla One"/>
              <a:buNone/>
              <a:defRPr sz="28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●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○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■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●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○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■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●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○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exend Deca"/>
              <a:buChar char="■"/>
              <a:defRPr sz="15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8" r:id="rId5"/>
    <p:sldLayoutId id="2147483659" r:id="rId6"/>
    <p:sldLayoutId id="2147483660" r:id="rId7"/>
    <p:sldLayoutId id="2147483661" r:id="rId8"/>
    <p:sldLayoutId id="2147483663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1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bdiagram.io/d/DW-Tranfermarkt-6990d168bd82f5fce2ba497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hyperlink" Target="https://github.com/Albertolg384/DW-Transfermarkt/blob/main/ddl_dwh_schema.sql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p26"/>
          <p:cNvSpPr txBox="1">
            <a:spLocks noGrp="1"/>
          </p:cNvSpPr>
          <p:nvPr>
            <p:ph type="ctrTitle"/>
          </p:nvPr>
        </p:nvSpPr>
        <p:spPr>
          <a:xfrm>
            <a:off x="775938" y="852505"/>
            <a:ext cx="3839328" cy="29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highlight>
                  <a:schemeClr val="accent2"/>
                </a:highlight>
              </a:rPr>
              <a:t>Data Warehouse</a:t>
            </a:r>
            <a:br>
              <a:rPr lang="en" dirty="0">
                <a:solidFill>
                  <a:schemeClr val="dk2"/>
                </a:solidFill>
                <a:highlight>
                  <a:schemeClr val="accent2"/>
                </a:highlight>
              </a:rPr>
            </a:br>
            <a:br>
              <a:rPr lang="en" dirty="0">
                <a:solidFill>
                  <a:schemeClr val="dk2"/>
                </a:solidFill>
                <a:highlight>
                  <a:schemeClr val="accent2"/>
                </a:highlight>
              </a:rPr>
            </a:br>
            <a:r>
              <a:rPr lang="en" dirty="0">
                <a:solidFill>
                  <a:schemeClr val="dk2"/>
                </a:solidFill>
                <a:highlight>
                  <a:schemeClr val="accent2"/>
                </a:highlight>
              </a:rPr>
              <a:t>Transfermarkt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662" name="Google Shape;3662;p26"/>
          <p:cNvSpPr txBox="1">
            <a:spLocks noGrp="1"/>
          </p:cNvSpPr>
          <p:nvPr>
            <p:ph type="subTitle" idx="1"/>
          </p:nvPr>
        </p:nvSpPr>
        <p:spPr>
          <a:xfrm>
            <a:off x="4706591" y="3393297"/>
            <a:ext cx="2596182" cy="5979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Manuel Caballero Bonilla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Alberto Lillo García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3663" name="Google Shape;3663;p26"/>
          <p:cNvGrpSpPr/>
          <p:nvPr/>
        </p:nvGrpSpPr>
        <p:grpSpPr>
          <a:xfrm>
            <a:off x="4659913" y="804100"/>
            <a:ext cx="2833493" cy="2386097"/>
            <a:chOff x="4408375" y="884560"/>
            <a:chExt cx="2833493" cy="2386097"/>
          </a:xfrm>
        </p:grpSpPr>
        <p:sp>
          <p:nvSpPr>
            <p:cNvPr id="3664" name="Google Shape;3664;p26"/>
            <p:cNvSpPr/>
            <p:nvPr/>
          </p:nvSpPr>
          <p:spPr>
            <a:xfrm>
              <a:off x="5712604" y="3175821"/>
              <a:ext cx="645513" cy="94836"/>
            </a:xfrm>
            <a:custGeom>
              <a:avLst/>
              <a:gdLst/>
              <a:ahLst/>
              <a:cxnLst/>
              <a:rect l="l" t="t" r="r" b="b"/>
              <a:pathLst>
                <a:path w="17349" h="2549" extrusionOk="0">
                  <a:moveTo>
                    <a:pt x="8669" y="0"/>
                  </a:moveTo>
                  <a:cubicBezTo>
                    <a:pt x="3882" y="0"/>
                    <a:pt x="1" y="572"/>
                    <a:pt x="1" y="1274"/>
                  </a:cubicBezTo>
                  <a:cubicBezTo>
                    <a:pt x="1" y="1977"/>
                    <a:pt x="3882" y="2548"/>
                    <a:pt x="8669" y="2548"/>
                  </a:cubicBezTo>
                  <a:cubicBezTo>
                    <a:pt x="13467" y="2548"/>
                    <a:pt x="17348" y="1977"/>
                    <a:pt x="17348" y="1274"/>
                  </a:cubicBezTo>
                  <a:cubicBezTo>
                    <a:pt x="17348" y="572"/>
                    <a:pt x="13467" y="0"/>
                    <a:pt x="86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26"/>
            <p:cNvSpPr/>
            <p:nvPr/>
          </p:nvSpPr>
          <p:spPr>
            <a:xfrm>
              <a:off x="4408375" y="2408595"/>
              <a:ext cx="427626" cy="191829"/>
            </a:xfrm>
            <a:custGeom>
              <a:avLst/>
              <a:gdLst/>
              <a:ahLst/>
              <a:cxnLst/>
              <a:rect l="l" t="t" r="r" b="b"/>
              <a:pathLst>
                <a:path w="11493" h="5156" extrusionOk="0">
                  <a:moveTo>
                    <a:pt x="6397" y="1"/>
                  </a:moveTo>
                  <a:cubicBezTo>
                    <a:pt x="3156" y="1"/>
                    <a:pt x="0" y="742"/>
                    <a:pt x="551" y="3560"/>
                  </a:cubicBezTo>
                  <a:cubicBezTo>
                    <a:pt x="945" y="4800"/>
                    <a:pt x="1909" y="5156"/>
                    <a:pt x="3100" y="5156"/>
                  </a:cubicBezTo>
                  <a:cubicBezTo>
                    <a:pt x="4707" y="5156"/>
                    <a:pt x="6727" y="4508"/>
                    <a:pt x="8324" y="4508"/>
                  </a:cubicBezTo>
                  <a:cubicBezTo>
                    <a:pt x="8544" y="4508"/>
                    <a:pt x="8755" y="4520"/>
                    <a:pt x="8956" y="4548"/>
                  </a:cubicBezTo>
                  <a:cubicBezTo>
                    <a:pt x="8986" y="4550"/>
                    <a:pt x="9016" y="4552"/>
                    <a:pt x="9046" y="4552"/>
                  </a:cubicBezTo>
                  <a:cubicBezTo>
                    <a:pt x="9819" y="4552"/>
                    <a:pt x="10921" y="3714"/>
                    <a:pt x="10921" y="3714"/>
                  </a:cubicBezTo>
                  <a:cubicBezTo>
                    <a:pt x="11338" y="3262"/>
                    <a:pt x="11492" y="2643"/>
                    <a:pt x="11326" y="2059"/>
                  </a:cubicBezTo>
                  <a:cubicBezTo>
                    <a:pt x="11076" y="988"/>
                    <a:pt x="10123" y="250"/>
                    <a:pt x="9028" y="142"/>
                  </a:cubicBezTo>
                  <a:cubicBezTo>
                    <a:pt x="8195" y="57"/>
                    <a:pt x="7293" y="1"/>
                    <a:pt x="6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26"/>
            <p:cNvSpPr/>
            <p:nvPr/>
          </p:nvSpPr>
          <p:spPr>
            <a:xfrm>
              <a:off x="5326998" y="2330797"/>
              <a:ext cx="269159" cy="277363"/>
            </a:xfrm>
            <a:custGeom>
              <a:avLst/>
              <a:gdLst/>
              <a:ahLst/>
              <a:cxnLst/>
              <a:rect l="l" t="t" r="r" b="b"/>
              <a:pathLst>
                <a:path w="7234" h="7455" extrusionOk="0">
                  <a:moveTo>
                    <a:pt x="1962" y="1"/>
                  </a:moveTo>
                  <a:cubicBezTo>
                    <a:pt x="1702" y="1"/>
                    <a:pt x="1458" y="58"/>
                    <a:pt x="1245" y="209"/>
                  </a:cubicBezTo>
                  <a:cubicBezTo>
                    <a:pt x="0" y="972"/>
                    <a:pt x="4498" y="7455"/>
                    <a:pt x="5893" y="7455"/>
                  </a:cubicBezTo>
                  <a:cubicBezTo>
                    <a:pt x="5979" y="7455"/>
                    <a:pt x="6054" y="7430"/>
                    <a:pt x="6114" y="7377"/>
                  </a:cubicBezTo>
                  <a:lnTo>
                    <a:pt x="7234" y="3079"/>
                  </a:lnTo>
                  <a:lnTo>
                    <a:pt x="5293" y="209"/>
                  </a:lnTo>
                  <a:lnTo>
                    <a:pt x="3019" y="209"/>
                  </a:lnTo>
                  <a:cubicBezTo>
                    <a:pt x="2657" y="96"/>
                    <a:pt x="2296" y="1"/>
                    <a:pt x="19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26"/>
            <p:cNvSpPr/>
            <p:nvPr/>
          </p:nvSpPr>
          <p:spPr>
            <a:xfrm>
              <a:off x="5227806" y="2330611"/>
              <a:ext cx="348411" cy="303295"/>
            </a:xfrm>
            <a:custGeom>
              <a:avLst/>
              <a:gdLst/>
              <a:ahLst/>
              <a:cxnLst/>
              <a:rect l="l" t="t" r="r" b="b"/>
              <a:pathLst>
                <a:path w="9364" h="8152" extrusionOk="0">
                  <a:moveTo>
                    <a:pt x="5566" y="0"/>
                  </a:moveTo>
                  <a:cubicBezTo>
                    <a:pt x="5566" y="0"/>
                    <a:pt x="2792" y="2346"/>
                    <a:pt x="1696" y="3596"/>
                  </a:cubicBezTo>
                  <a:cubicBezTo>
                    <a:pt x="1" y="5438"/>
                    <a:pt x="814" y="8151"/>
                    <a:pt x="2920" y="8151"/>
                  </a:cubicBezTo>
                  <a:cubicBezTo>
                    <a:pt x="3373" y="8151"/>
                    <a:pt x="3886" y="8026"/>
                    <a:pt x="4446" y="7739"/>
                  </a:cubicBezTo>
                  <a:cubicBezTo>
                    <a:pt x="7054" y="6537"/>
                    <a:pt x="9364" y="4727"/>
                    <a:pt x="9364" y="4727"/>
                  </a:cubicBezTo>
                  <a:cubicBezTo>
                    <a:pt x="9138" y="1917"/>
                    <a:pt x="7971" y="48"/>
                    <a:pt x="55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26"/>
            <p:cNvSpPr/>
            <p:nvPr/>
          </p:nvSpPr>
          <p:spPr>
            <a:xfrm>
              <a:off x="6081616" y="2362050"/>
              <a:ext cx="306143" cy="180333"/>
            </a:xfrm>
            <a:custGeom>
              <a:avLst/>
              <a:gdLst/>
              <a:ahLst/>
              <a:cxnLst/>
              <a:rect l="l" t="t" r="r" b="b"/>
              <a:pathLst>
                <a:path w="8228" h="4847" extrusionOk="0">
                  <a:moveTo>
                    <a:pt x="3477" y="0"/>
                  </a:moveTo>
                  <a:lnTo>
                    <a:pt x="1" y="2298"/>
                  </a:lnTo>
                  <a:cubicBezTo>
                    <a:pt x="1" y="2298"/>
                    <a:pt x="370" y="3441"/>
                    <a:pt x="453" y="3465"/>
                  </a:cubicBezTo>
                  <a:cubicBezTo>
                    <a:pt x="525" y="3489"/>
                    <a:pt x="1346" y="4596"/>
                    <a:pt x="1346" y="4596"/>
                  </a:cubicBezTo>
                  <a:cubicBezTo>
                    <a:pt x="1515" y="4771"/>
                    <a:pt x="1804" y="4846"/>
                    <a:pt x="2171" y="4846"/>
                  </a:cubicBezTo>
                  <a:cubicBezTo>
                    <a:pt x="4100" y="4846"/>
                    <a:pt x="8178" y="2758"/>
                    <a:pt x="8228" y="2108"/>
                  </a:cubicBezTo>
                  <a:lnTo>
                    <a:pt x="7549" y="643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26"/>
            <p:cNvSpPr/>
            <p:nvPr/>
          </p:nvSpPr>
          <p:spPr>
            <a:xfrm>
              <a:off x="6064798" y="2289535"/>
              <a:ext cx="321808" cy="330120"/>
            </a:xfrm>
            <a:custGeom>
              <a:avLst/>
              <a:gdLst/>
              <a:ahLst/>
              <a:cxnLst/>
              <a:rect l="l" t="t" r="r" b="b"/>
              <a:pathLst>
                <a:path w="8649" h="8873" extrusionOk="0">
                  <a:moveTo>
                    <a:pt x="5338" y="1"/>
                  </a:moveTo>
                  <a:cubicBezTo>
                    <a:pt x="2687" y="1"/>
                    <a:pt x="573" y="1466"/>
                    <a:pt x="0" y="3545"/>
                  </a:cubicBezTo>
                  <a:cubicBezTo>
                    <a:pt x="0" y="3545"/>
                    <a:pt x="2108" y="6093"/>
                    <a:pt x="3203" y="7450"/>
                  </a:cubicBezTo>
                  <a:cubicBezTo>
                    <a:pt x="3947" y="8415"/>
                    <a:pt x="4984" y="8873"/>
                    <a:pt x="5921" y="8873"/>
                  </a:cubicBezTo>
                  <a:cubicBezTo>
                    <a:pt x="7412" y="8873"/>
                    <a:pt x="8649" y="7713"/>
                    <a:pt x="8049" y="5593"/>
                  </a:cubicBezTo>
                  <a:cubicBezTo>
                    <a:pt x="7597" y="3712"/>
                    <a:pt x="7013" y="1878"/>
                    <a:pt x="6334" y="68"/>
                  </a:cubicBezTo>
                  <a:cubicBezTo>
                    <a:pt x="5996" y="23"/>
                    <a:pt x="5663" y="1"/>
                    <a:pt x="53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26"/>
            <p:cNvSpPr/>
            <p:nvPr/>
          </p:nvSpPr>
          <p:spPr>
            <a:xfrm>
              <a:off x="5373283" y="1990213"/>
              <a:ext cx="1014500" cy="615036"/>
            </a:xfrm>
            <a:custGeom>
              <a:avLst/>
              <a:gdLst/>
              <a:ahLst/>
              <a:cxnLst/>
              <a:rect l="l" t="t" r="r" b="b"/>
              <a:pathLst>
                <a:path w="27266" h="16531" extrusionOk="0">
                  <a:moveTo>
                    <a:pt x="11107" y="1"/>
                  </a:moveTo>
                  <a:cubicBezTo>
                    <a:pt x="10324" y="1"/>
                    <a:pt x="9554" y="62"/>
                    <a:pt x="8799" y="184"/>
                  </a:cubicBezTo>
                  <a:lnTo>
                    <a:pt x="1" y="9363"/>
                  </a:lnTo>
                  <a:cubicBezTo>
                    <a:pt x="180" y="9300"/>
                    <a:pt x="361" y="9269"/>
                    <a:pt x="542" y="9269"/>
                  </a:cubicBezTo>
                  <a:cubicBezTo>
                    <a:pt x="2326" y="9269"/>
                    <a:pt x="4157" y="12262"/>
                    <a:pt x="4870" y="16531"/>
                  </a:cubicBezTo>
                  <a:cubicBezTo>
                    <a:pt x="7871" y="15090"/>
                    <a:pt x="10812" y="13519"/>
                    <a:pt x="13431" y="11221"/>
                  </a:cubicBezTo>
                  <a:cubicBezTo>
                    <a:pt x="15086" y="12923"/>
                    <a:pt x="17503" y="13959"/>
                    <a:pt x="20384" y="14590"/>
                  </a:cubicBezTo>
                  <a:cubicBezTo>
                    <a:pt x="20763" y="12598"/>
                    <a:pt x="23258" y="11170"/>
                    <a:pt x="25211" y="11170"/>
                  </a:cubicBezTo>
                  <a:cubicBezTo>
                    <a:pt x="26083" y="11170"/>
                    <a:pt x="26847" y="11455"/>
                    <a:pt x="27266" y="12102"/>
                  </a:cubicBezTo>
                  <a:cubicBezTo>
                    <a:pt x="26314" y="8566"/>
                    <a:pt x="24635" y="6065"/>
                    <a:pt x="23385" y="4351"/>
                  </a:cubicBezTo>
                  <a:cubicBezTo>
                    <a:pt x="18943" y="1406"/>
                    <a:pt x="14859" y="1"/>
                    <a:pt x="11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26"/>
            <p:cNvSpPr/>
            <p:nvPr/>
          </p:nvSpPr>
          <p:spPr>
            <a:xfrm>
              <a:off x="5469982" y="1366676"/>
              <a:ext cx="145667" cy="215975"/>
            </a:xfrm>
            <a:custGeom>
              <a:avLst/>
              <a:gdLst/>
              <a:ahLst/>
              <a:cxnLst/>
              <a:rect l="l" t="t" r="r" b="b"/>
              <a:pathLst>
                <a:path w="3915" h="5805" extrusionOk="0">
                  <a:moveTo>
                    <a:pt x="962" y="0"/>
                  </a:moveTo>
                  <a:cubicBezTo>
                    <a:pt x="1" y="46"/>
                    <a:pt x="1259" y="5805"/>
                    <a:pt x="2827" y="5805"/>
                  </a:cubicBezTo>
                  <a:cubicBezTo>
                    <a:pt x="2891" y="5805"/>
                    <a:pt x="2956" y="5795"/>
                    <a:pt x="3021" y="5775"/>
                  </a:cubicBezTo>
                  <a:cubicBezTo>
                    <a:pt x="3903" y="5465"/>
                    <a:pt x="3760" y="3286"/>
                    <a:pt x="3914" y="1667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26"/>
            <p:cNvSpPr/>
            <p:nvPr/>
          </p:nvSpPr>
          <p:spPr>
            <a:xfrm>
              <a:off x="5060527" y="1324596"/>
              <a:ext cx="665010" cy="249869"/>
            </a:xfrm>
            <a:custGeom>
              <a:avLst/>
              <a:gdLst/>
              <a:ahLst/>
              <a:cxnLst/>
              <a:rect l="l" t="t" r="r" b="b"/>
              <a:pathLst>
                <a:path w="17873" h="6716" extrusionOk="0">
                  <a:moveTo>
                    <a:pt x="15574" y="0"/>
                  </a:moveTo>
                  <a:lnTo>
                    <a:pt x="9323" y="2119"/>
                  </a:lnTo>
                  <a:lnTo>
                    <a:pt x="1156" y="393"/>
                  </a:lnTo>
                  <a:lnTo>
                    <a:pt x="1" y="3072"/>
                  </a:lnTo>
                  <a:cubicBezTo>
                    <a:pt x="1" y="3072"/>
                    <a:pt x="7217" y="6715"/>
                    <a:pt x="9341" y="6715"/>
                  </a:cubicBezTo>
                  <a:cubicBezTo>
                    <a:pt x="9351" y="6715"/>
                    <a:pt x="9361" y="6715"/>
                    <a:pt x="9371" y="6715"/>
                  </a:cubicBezTo>
                  <a:cubicBezTo>
                    <a:pt x="11455" y="6679"/>
                    <a:pt x="17872" y="4274"/>
                    <a:pt x="17872" y="4274"/>
                  </a:cubicBezTo>
                  <a:lnTo>
                    <a:pt x="155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26"/>
            <p:cNvSpPr/>
            <p:nvPr/>
          </p:nvSpPr>
          <p:spPr>
            <a:xfrm>
              <a:off x="4803617" y="1266480"/>
              <a:ext cx="370140" cy="180184"/>
            </a:xfrm>
            <a:custGeom>
              <a:avLst/>
              <a:gdLst/>
              <a:ahLst/>
              <a:cxnLst/>
              <a:rect l="l" t="t" r="r" b="b"/>
              <a:pathLst>
                <a:path w="9948" h="4843" extrusionOk="0">
                  <a:moveTo>
                    <a:pt x="4798" y="1"/>
                  </a:moveTo>
                  <a:cubicBezTo>
                    <a:pt x="4786" y="1"/>
                    <a:pt x="4774" y="1"/>
                    <a:pt x="4763" y="2"/>
                  </a:cubicBezTo>
                  <a:cubicBezTo>
                    <a:pt x="3941" y="62"/>
                    <a:pt x="2251" y="550"/>
                    <a:pt x="1905" y="740"/>
                  </a:cubicBezTo>
                  <a:cubicBezTo>
                    <a:pt x="1572" y="931"/>
                    <a:pt x="0" y="3157"/>
                    <a:pt x="0" y="3157"/>
                  </a:cubicBezTo>
                  <a:cubicBezTo>
                    <a:pt x="41" y="3311"/>
                    <a:pt x="179" y="3403"/>
                    <a:pt x="330" y="3403"/>
                  </a:cubicBezTo>
                  <a:cubicBezTo>
                    <a:pt x="355" y="3403"/>
                    <a:pt x="380" y="3401"/>
                    <a:pt x="405" y="3396"/>
                  </a:cubicBezTo>
                  <a:cubicBezTo>
                    <a:pt x="536" y="3612"/>
                    <a:pt x="682" y="3727"/>
                    <a:pt x="844" y="3727"/>
                  </a:cubicBezTo>
                  <a:cubicBezTo>
                    <a:pt x="976" y="3727"/>
                    <a:pt x="1119" y="3651"/>
                    <a:pt x="1274" y="3491"/>
                  </a:cubicBezTo>
                  <a:cubicBezTo>
                    <a:pt x="1596" y="3479"/>
                    <a:pt x="1881" y="3265"/>
                    <a:pt x="2167" y="2931"/>
                  </a:cubicBezTo>
                  <a:lnTo>
                    <a:pt x="2834" y="2300"/>
                  </a:lnTo>
                  <a:cubicBezTo>
                    <a:pt x="3382" y="2491"/>
                    <a:pt x="3953" y="2622"/>
                    <a:pt x="4548" y="2669"/>
                  </a:cubicBezTo>
                  <a:cubicBezTo>
                    <a:pt x="4798" y="2729"/>
                    <a:pt x="4870" y="2931"/>
                    <a:pt x="4668" y="3003"/>
                  </a:cubicBezTo>
                  <a:cubicBezTo>
                    <a:pt x="4668" y="3003"/>
                    <a:pt x="4248" y="2979"/>
                    <a:pt x="3834" y="2979"/>
                  </a:cubicBezTo>
                  <a:cubicBezTo>
                    <a:pt x="3525" y="2979"/>
                    <a:pt x="3218" y="2992"/>
                    <a:pt x="3096" y="3038"/>
                  </a:cubicBezTo>
                  <a:cubicBezTo>
                    <a:pt x="2822" y="3146"/>
                    <a:pt x="2441" y="3527"/>
                    <a:pt x="2489" y="3836"/>
                  </a:cubicBezTo>
                  <a:cubicBezTo>
                    <a:pt x="2519" y="4098"/>
                    <a:pt x="2719" y="4257"/>
                    <a:pt x="3133" y="4257"/>
                  </a:cubicBezTo>
                  <a:cubicBezTo>
                    <a:pt x="3208" y="4257"/>
                    <a:pt x="3291" y="4252"/>
                    <a:pt x="3382" y="4241"/>
                  </a:cubicBezTo>
                  <a:cubicBezTo>
                    <a:pt x="3625" y="4211"/>
                    <a:pt x="3894" y="4187"/>
                    <a:pt x="4168" y="4187"/>
                  </a:cubicBezTo>
                  <a:cubicBezTo>
                    <a:pt x="4538" y="4187"/>
                    <a:pt x="4916" y="4230"/>
                    <a:pt x="5251" y="4360"/>
                  </a:cubicBezTo>
                  <a:cubicBezTo>
                    <a:pt x="5773" y="4558"/>
                    <a:pt x="6469" y="4766"/>
                    <a:pt x="6937" y="4766"/>
                  </a:cubicBezTo>
                  <a:cubicBezTo>
                    <a:pt x="7003" y="4766"/>
                    <a:pt x="7064" y="4762"/>
                    <a:pt x="7120" y="4753"/>
                  </a:cubicBezTo>
                  <a:lnTo>
                    <a:pt x="8037" y="4836"/>
                  </a:lnTo>
                  <a:cubicBezTo>
                    <a:pt x="8085" y="4840"/>
                    <a:pt x="8133" y="4842"/>
                    <a:pt x="8179" y="4842"/>
                  </a:cubicBezTo>
                  <a:cubicBezTo>
                    <a:pt x="9488" y="4842"/>
                    <a:pt x="9947" y="3261"/>
                    <a:pt x="8751" y="2491"/>
                  </a:cubicBezTo>
                  <a:cubicBezTo>
                    <a:pt x="8751" y="2491"/>
                    <a:pt x="5671" y="1"/>
                    <a:pt x="47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26"/>
            <p:cNvSpPr/>
            <p:nvPr/>
          </p:nvSpPr>
          <p:spPr>
            <a:xfrm>
              <a:off x="4972385" y="1365783"/>
              <a:ext cx="52760" cy="11980"/>
            </a:xfrm>
            <a:custGeom>
              <a:avLst/>
              <a:gdLst/>
              <a:ahLst/>
              <a:cxnLst/>
              <a:rect l="l" t="t" r="r" b="b"/>
              <a:pathLst>
                <a:path w="1418" h="322" extrusionOk="0">
                  <a:moveTo>
                    <a:pt x="1" y="0"/>
                  </a:moveTo>
                  <a:cubicBezTo>
                    <a:pt x="251" y="48"/>
                    <a:pt x="286" y="250"/>
                    <a:pt x="132" y="322"/>
                  </a:cubicBezTo>
                  <a:cubicBezTo>
                    <a:pt x="346" y="292"/>
                    <a:pt x="560" y="277"/>
                    <a:pt x="774" y="277"/>
                  </a:cubicBezTo>
                  <a:cubicBezTo>
                    <a:pt x="989" y="277"/>
                    <a:pt x="1203" y="292"/>
                    <a:pt x="1417" y="322"/>
                  </a:cubicBezTo>
                  <a:cubicBezTo>
                    <a:pt x="977" y="107"/>
                    <a:pt x="489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26"/>
            <p:cNvSpPr/>
            <p:nvPr/>
          </p:nvSpPr>
          <p:spPr>
            <a:xfrm>
              <a:off x="4836396" y="1310420"/>
              <a:ext cx="105893" cy="90371"/>
            </a:xfrm>
            <a:custGeom>
              <a:avLst/>
              <a:gdLst/>
              <a:ahLst/>
              <a:cxnLst/>
              <a:rect l="l" t="t" r="r" b="b"/>
              <a:pathLst>
                <a:path w="2846" h="2429" extrusionOk="0">
                  <a:moveTo>
                    <a:pt x="2846" y="0"/>
                  </a:moveTo>
                  <a:cubicBezTo>
                    <a:pt x="2846" y="0"/>
                    <a:pt x="1679" y="155"/>
                    <a:pt x="1346" y="369"/>
                  </a:cubicBezTo>
                  <a:cubicBezTo>
                    <a:pt x="1096" y="536"/>
                    <a:pt x="0" y="1929"/>
                    <a:pt x="250" y="2429"/>
                  </a:cubicBezTo>
                  <a:cubicBezTo>
                    <a:pt x="298" y="2393"/>
                    <a:pt x="346" y="2346"/>
                    <a:pt x="393" y="2298"/>
                  </a:cubicBezTo>
                  <a:cubicBezTo>
                    <a:pt x="167" y="1988"/>
                    <a:pt x="1131" y="667"/>
                    <a:pt x="1417" y="464"/>
                  </a:cubicBezTo>
                  <a:cubicBezTo>
                    <a:pt x="1715" y="274"/>
                    <a:pt x="2846" y="0"/>
                    <a:pt x="2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26"/>
            <p:cNvSpPr/>
            <p:nvPr/>
          </p:nvSpPr>
          <p:spPr>
            <a:xfrm>
              <a:off x="4813365" y="1294459"/>
              <a:ext cx="105000" cy="98705"/>
            </a:xfrm>
            <a:custGeom>
              <a:avLst/>
              <a:gdLst/>
              <a:ahLst/>
              <a:cxnLst/>
              <a:rect l="l" t="t" r="r" b="b"/>
              <a:pathLst>
                <a:path w="2822" h="2653" extrusionOk="0">
                  <a:moveTo>
                    <a:pt x="2822" y="0"/>
                  </a:moveTo>
                  <a:cubicBezTo>
                    <a:pt x="2429" y="0"/>
                    <a:pt x="2024" y="84"/>
                    <a:pt x="1655" y="262"/>
                  </a:cubicBezTo>
                  <a:cubicBezTo>
                    <a:pt x="1167" y="524"/>
                    <a:pt x="0" y="2644"/>
                    <a:pt x="0" y="2644"/>
                  </a:cubicBezTo>
                  <a:cubicBezTo>
                    <a:pt x="24" y="2650"/>
                    <a:pt x="48" y="2653"/>
                    <a:pt x="72" y="2653"/>
                  </a:cubicBezTo>
                  <a:cubicBezTo>
                    <a:pt x="95" y="2653"/>
                    <a:pt x="119" y="2650"/>
                    <a:pt x="143" y="2644"/>
                  </a:cubicBezTo>
                  <a:cubicBezTo>
                    <a:pt x="143" y="2644"/>
                    <a:pt x="1334" y="453"/>
                    <a:pt x="1691" y="310"/>
                  </a:cubicBezTo>
                  <a:cubicBezTo>
                    <a:pt x="2072" y="96"/>
                    <a:pt x="2822" y="0"/>
                    <a:pt x="2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26"/>
            <p:cNvSpPr/>
            <p:nvPr/>
          </p:nvSpPr>
          <p:spPr>
            <a:xfrm>
              <a:off x="5068972" y="1410058"/>
              <a:ext cx="49635" cy="39921"/>
            </a:xfrm>
            <a:custGeom>
              <a:avLst/>
              <a:gdLst/>
              <a:ahLst/>
              <a:cxnLst/>
              <a:rect l="l" t="t" r="r" b="b"/>
              <a:pathLst>
                <a:path w="1334" h="1073" extrusionOk="0">
                  <a:moveTo>
                    <a:pt x="1334" y="1"/>
                  </a:moveTo>
                  <a:lnTo>
                    <a:pt x="1334" y="1"/>
                  </a:lnTo>
                  <a:cubicBezTo>
                    <a:pt x="976" y="834"/>
                    <a:pt x="0" y="894"/>
                    <a:pt x="0" y="894"/>
                  </a:cubicBezTo>
                  <a:lnTo>
                    <a:pt x="488" y="1072"/>
                  </a:lnTo>
                  <a:cubicBezTo>
                    <a:pt x="976" y="894"/>
                    <a:pt x="1226" y="489"/>
                    <a:pt x="13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26"/>
            <p:cNvSpPr/>
            <p:nvPr/>
          </p:nvSpPr>
          <p:spPr>
            <a:xfrm>
              <a:off x="6357165" y="1426020"/>
              <a:ext cx="638853" cy="370376"/>
            </a:xfrm>
            <a:custGeom>
              <a:avLst/>
              <a:gdLst/>
              <a:ahLst/>
              <a:cxnLst/>
              <a:rect l="l" t="t" r="r" b="b"/>
              <a:pathLst>
                <a:path w="17170" h="9955" extrusionOk="0">
                  <a:moveTo>
                    <a:pt x="4001" y="1"/>
                  </a:moveTo>
                  <a:lnTo>
                    <a:pt x="0" y="2763"/>
                  </a:lnTo>
                  <a:cubicBezTo>
                    <a:pt x="0" y="2763"/>
                    <a:pt x="4644" y="7835"/>
                    <a:pt x="6466" y="8811"/>
                  </a:cubicBezTo>
                  <a:cubicBezTo>
                    <a:pt x="8299" y="9787"/>
                    <a:pt x="16967" y="9954"/>
                    <a:pt x="16967" y="9954"/>
                  </a:cubicBezTo>
                  <a:lnTo>
                    <a:pt x="17169" y="7037"/>
                  </a:lnTo>
                  <a:lnTo>
                    <a:pt x="8597" y="4739"/>
                  </a:lnTo>
                  <a:lnTo>
                    <a:pt x="40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26"/>
            <p:cNvSpPr/>
            <p:nvPr/>
          </p:nvSpPr>
          <p:spPr>
            <a:xfrm>
              <a:off x="6898479" y="1674631"/>
              <a:ext cx="343388" cy="195661"/>
            </a:xfrm>
            <a:custGeom>
              <a:avLst/>
              <a:gdLst/>
              <a:ahLst/>
              <a:cxnLst/>
              <a:rect l="l" t="t" r="r" b="b"/>
              <a:pathLst>
                <a:path w="9229" h="5259" extrusionOk="0">
                  <a:moveTo>
                    <a:pt x="5627" y="0"/>
                  </a:moveTo>
                  <a:cubicBezTo>
                    <a:pt x="4239" y="0"/>
                    <a:pt x="1751" y="522"/>
                    <a:pt x="1751" y="522"/>
                  </a:cubicBezTo>
                  <a:cubicBezTo>
                    <a:pt x="287" y="677"/>
                    <a:pt x="1" y="2403"/>
                    <a:pt x="1323" y="2939"/>
                  </a:cubicBezTo>
                  <a:lnTo>
                    <a:pt x="2180" y="3284"/>
                  </a:lnTo>
                  <a:cubicBezTo>
                    <a:pt x="2537" y="3546"/>
                    <a:pt x="3394" y="3713"/>
                    <a:pt x="4013" y="3772"/>
                  </a:cubicBezTo>
                  <a:cubicBezTo>
                    <a:pt x="4644" y="3844"/>
                    <a:pt x="5252" y="4201"/>
                    <a:pt x="5740" y="4534"/>
                  </a:cubicBezTo>
                  <a:cubicBezTo>
                    <a:pt x="5984" y="4701"/>
                    <a:pt x="6183" y="4775"/>
                    <a:pt x="6344" y="4775"/>
                  </a:cubicBezTo>
                  <a:cubicBezTo>
                    <a:pt x="6505" y="4775"/>
                    <a:pt x="6627" y="4701"/>
                    <a:pt x="6716" y="4570"/>
                  </a:cubicBezTo>
                  <a:cubicBezTo>
                    <a:pt x="6895" y="4320"/>
                    <a:pt x="6728" y="3808"/>
                    <a:pt x="6537" y="3594"/>
                  </a:cubicBezTo>
                  <a:cubicBezTo>
                    <a:pt x="6335" y="3367"/>
                    <a:pt x="5156" y="2832"/>
                    <a:pt x="5156" y="2832"/>
                  </a:cubicBezTo>
                  <a:cubicBezTo>
                    <a:pt x="5039" y="2705"/>
                    <a:pt x="5122" y="2586"/>
                    <a:pt x="5292" y="2586"/>
                  </a:cubicBezTo>
                  <a:cubicBezTo>
                    <a:pt x="5330" y="2586"/>
                    <a:pt x="5373" y="2592"/>
                    <a:pt x="5418" y="2605"/>
                  </a:cubicBezTo>
                  <a:cubicBezTo>
                    <a:pt x="5966" y="2820"/>
                    <a:pt x="6537" y="2963"/>
                    <a:pt x="7109" y="3046"/>
                  </a:cubicBezTo>
                  <a:lnTo>
                    <a:pt x="7407" y="3915"/>
                  </a:lnTo>
                  <a:cubicBezTo>
                    <a:pt x="7514" y="4332"/>
                    <a:pt x="7680" y="4665"/>
                    <a:pt x="7954" y="4808"/>
                  </a:cubicBezTo>
                  <a:cubicBezTo>
                    <a:pt x="8046" y="5115"/>
                    <a:pt x="8193" y="5258"/>
                    <a:pt x="8390" y="5258"/>
                  </a:cubicBezTo>
                  <a:cubicBezTo>
                    <a:pt x="8499" y="5258"/>
                    <a:pt x="8624" y="5214"/>
                    <a:pt x="8764" y="5130"/>
                  </a:cubicBezTo>
                  <a:cubicBezTo>
                    <a:pt x="8830" y="5185"/>
                    <a:pt x="8909" y="5212"/>
                    <a:pt x="8987" y="5212"/>
                  </a:cubicBezTo>
                  <a:cubicBezTo>
                    <a:pt x="9077" y="5212"/>
                    <a:pt x="9164" y="5176"/>
                    <a:pt x="9228" y="5106"/>
                  </a:cubicBezTo>
                  <a:cubicBezTo>
                    <a:pt x="9228" y="5106"/>
                    <a:pt x="8859" y="2415"/>
                    <a:pt x="8633" y="2082"/>
                  </a:cubicBezTo>
                  <a:cubicBezTo>
                    <a:pt x="8419" y="1760"/>
                    <a:pt x="7133" y="558"/>
                    <a:pt x="6430" y="129"/>
                  </a:cubicBezTo>
                  <a:cubicBezTo>
                    <a:pt x="6283" y="37"/>
                    <a:pt x="5994" y="0"/>
                    <a:pt x="5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26"/>
            <p:cNvSpPr/>
            <p:nvPr/>
          </p:nvSpPr>
          <p:spPr>
            <a:xfrm>
              <a:off x="7047788" y="1758270"/>
              <a:ext cx="52314" cy="21728"/>
            </a:xfrm>
            <a:custGeom>
              <a:avLst/>
              <a:gdLst/>
              <a:ahLst/>
              <a:cxnLst/>
              <a:rect l="l" t="t" r="r" b="b"/>
              <a:pathLst>
                <a:path w="1406" h="584" extrusionOk="0">
                  <a:moveTo>
                    <a:pt x="0" y="0"/>
                  </a:moveTo>
                  <a:lnTo>
                    <a:pt x="0" y="0"/>
                  </a:lnTo>
                  <a:cubicBezTo>
                    <a:pt x="405" y="131"/>
                    <a:pt x="786" y="334"/>
                    <a:pt x="1131" y="584"/>
                  </a:cubicBezTo>
                  <a:cubicBezTo>
                    <a:pt x="1050" y="471"/>
                    <a:pt x="1125" y="333"/>
                    <a:pt x="1306" y="333"/>
                  </a:cubicBezTo>
                  <a:cubicBezTo>
                    <a:pt x="1336" y="333"/>
                    <a:pt x="1369" y="337"/>
                    <a:pt x="1405" y="345"/>
                  </a:cubicBezTo>
                  <a:cubicBezTo>
                    <a:pt x="965" y="131"/>
                    <a:pt x="488" y="1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26"/>
            <p:cNvSpPr/>
            <p:nvPr/>
          </p:nvSpPr>
          <p:spPr>
            <a:xfrm>
              <a:off x="7151891" y="1736095"/>
              <a:ext cx="61616" cy="124525"/>
            </a:xfrm>
            <a:custGeom>
              <a:avLst/>
              <a:gdLst/>
              <a:ahLst/>
              <a:cxnLst/>
              <a:rect l="l" t="t" r="r" b="b"/>
              <a:pathLst>
                <a:path w="1656" h="3347" extrusionOk="0">
                  <a:moveTo>
                    <a:pt x="0" y="1"/>
                  </a:moveTo>
                  <a:lnTo>
                    <a:pt x="0" y="1"/>
                  </a:lnTo>
                  <a:cubicBezTo>
                    <a:pt x="1" y="1"/>
                    <a:pt x="881" y="751"/>
                    <a:pt x="1060" y="1061"/>
                  </a:cubicBezTo>
                  <a:cubicBezTo>
                    <a:pt x="1227" y="1370"/>
                    <a:pt x="1489" y="2989"/>
                    <a:pt x="1131" y="3156"/>
                  </a:cubicBezTo>
                  <a:cubicBezTo>
                    <a:pt x="1155" y="3216"/>
                    <a:pt x="1179" y="3287"/>
                    <a:pt x="1203" y="3347"/>
                  </a:cubicBezTo>
                  <a:cubicBezTo>
                    <a:pt x="1655" y="3001"/>
                    <a:pt x="1322" y="1275"/>
                    <a:pt x="1179" y="1001"/>
                  </a:cubicBezTo>
                  <a:cubicBezTo>
                    <a:pt x="977" y="668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26"/>
            <p:cNvSpPr/>
            <p:nvPr/>
          </p:nvSpPr>
          <p:spPr>
            <a:xfrm>
              <a:off x="7180689" y="1732560"/>
              <a:ext cx="48742" cy="135575"/>
            </a:xfrm>
            <a:custGeom>
              <a:avLst/>
              <a:gdLst/>
              <a:ahLst/>
              <a:cxnLst/>
              <a:rect l="l" t="t" r="r" b="b"/>
              <a:pathLst>
                <a:path w="1310" h="3644" extrusionOk="0">
                  <a:moveTo>
                    <a:pt x="0" y="1"/>
                  </a:moveTo>
                  <a:cubicBezTo>
                    <a:pt x="0" y="1"/>
                    <a:pt x="631" y="429"/>
                    <a:pt x="869" y="786"/>
                  </a:cubicBezTo>
                  <a:cubicBezTo>
                    <a:pt x="1119" y="1084"/>
                    <a:pt x="1179" y="3573"/>
                    <a:pt x="1179" y="3573"/>
                  </a:cubicBezTo>
                  <a:cubicBezTo>
                    <a:pt x="1215" y="3608"/>
                    <a:pt x="1262" y="3632"/>
                    <a:pt x="1310" y="3644"/>
                  </a:cubicBezTo>
                  <a:cubicBezTo>
                    <a:pt x="1310" y="3644"/>
                    <a:pt x="1238" y="1227"/>
                    <a:pt x="917" y="763"/>
                  </a:cubicBezTo>
                  <a:cubicBezTo>
                    <a:pt x="667" y="441"/>
                    <a:pt x="357" y="17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26"/>
            <p:cNvSpPr/>
            <p:nvPr/>
          </p:nvSpPr>
          <p:spPr>
            <a:xfrm>
              <a:off x="6945025" y="1744094"/>
              <a:ext cx="34119" cy="52310"/>
            </a:xfrm>
            <a:custGeom>
              <a:avLst/>
              <a:gdLst/>
              <a:ahLst/>
              <a:cxnLst/>
              <a:rect l="l" t="t" r="r" b="b"/>
              <a:pathLst>
                <a:path w="917" h="1406" extrusionOk="0">
                  <a:moveTo>
                    <a:pt x="119" y="0"/>
                  </a:moveTo>
                  <a:cubicBezTo>
                    <a:pt x="0" y="488"/>
                    <a:pt x="36" y="965"/>
                    <a:pt x="381" y="1346"/>
                  </a:cubicBezTo>
                  <a:lnTo>
                    <a:pt x="917" y="1405"/>
                  </a:lnTo>
                  <a:cubicBezTo>
                    <a:pt x="917" y="1405"/>
                    <a:pt x="72" y="917"/>
                    <a:pt x="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26"/>
            <p:cNvSpPr/>
            <p:nvPr/>
          </p:nvSpPr>
          <p:spPr>
            <a:xfrm>
              <a:off x="5505737" y="1197425"/>
              <a:ext cx="1094273" cy="954643"/>
            </a:xfrm>
            <a:custGeom>
              <a:avLst/>
              <a:gdLst/>
              <a:ahLst/>
              <a:cxnLst/>
              <a:rect l="l" t="t" r="r" b="b"/>
              <a:pathLst>
                <a:path w="29410" h="25659" extrusionOk="0">
                  <a:moveTo>
                    <a:pt x="13240" y="1"/>
                  </a:moveTo>
                  <a:cubicBezTo>
                    <a:pt x="13240" y="1"/>
                    <a:pt x="8192" y="977"/>
                    <a:pt x="6787" y="1311"/>
                  </a:cubicBezTo>
                  <a:cubicBezTo>
                    <a:pt x="5382" y="1632"/>
                    <a:pt x="1" y="4549"/>
                    <a:pt x="1" y="4549"/>
                  </a:cubicBezTo>
                  <a:cubicBezTo>
                    <a:pt x="14" y="4547"/>
                    <a:pt x="28" y="4546"/>
                    <a:pt x="42" y="4546"/>
                  </a:cubicBezTo>
                  <a:cubicBezTo>
                    <a:pt x="1148" y="4546"/>
                    <a:pt x="2754" y="10135"/>
                    <a:pt x="2060" y="10324"/>
                  </a:cubicBezTo>
                  <a:lnTo>
                    <a:pt x="6013" y="9252"/>
                  </a:lnTo>
                  <a:cubicBezTo>
                    <a:pt x="6013" y="9252"/>
                    <a:pt x="6371" y="14062"/>
                    <a:pt x="6228" y="16170"/>
                  </a:cubicBezTo>
                  <a:cubicBezTo>
                    <a:pt x="6085" y="18277"/>
                    <a:pt x="4073" y="21920"/>
                    <a:pt x="4073" y="21920"/>
                  </a:cubicBezTo>
                  <a:cubicBezTo>
                    <a:pt x="4073" y="21920"/>
                    <a:pt x="4606" y="21395"/>
                    <a:pt x="6567" y="21395"/>
                  </a:cubicBezTo>
                  <a:cubicBezTo>
                    <a:pt x="6931" y="21395"/>
                    <a:pt x="7344" y="21413"/>
                    <a:pt x="7811" y="21456"/>
                  </a:cubicBezTo>
                  <a:cubicBezTo>
                    <a:pt x="10812" y="21730"/>
                    <a:pt x="19825" y="25659"/>
                    <a:pt x="19825" y="25659"/>
                  </a:cubicBezTo>
                  <a:cubicBezTo>
                    <a:pt x="19825" y="25659"/>
                    <a:pt x="20765" y="20099"/>
                    <a:pt x="20718" y="17860"/>
                  </a:cubicBezTo>
                  <a:cubicBezTo>
                    <a:pt x="20682" y="15610"/>
                    <a:pt x="21230" y="13467"/>
                    <a:pt x="21884" y="11598"/>
                  </a:cubicBezTo>
                  <a:lnTo>
                    <a:pt x="22682" y="10205"/>
                  </a:lnTo>
                  <a:lnTo>
                    <a:pt x="25825" y="12824"/>
                  </a:lnTo>
                  <a:cubicBezTo>
                    <a:pt x="27218" y="11907"/>
                    <a:pt x="29207" y="9931"/>
                    <a:pt x="29409" y="8026"/>
                  </a:cubicBezTo>
                  <a:cubicBezTo>
                    <a:pt x="29373" y="7883"/>
                    <a:pt x="24956" y="3382"/>
                    <a:pt x="21980" y="2192"/>
                  </a:cubicBezTo>
                  <a:cubicBezTo>
                    <a:pt x="19003" y="1013"/>
                    <a:pt x="13240" y="1"/>
                    <a:pt x="13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5" name="Google Shape;3685;p26"/>
            <p:cNvSpPr/>
            <p:nvPr/>
          </p:nvSpPr>
          <p:spPr>
            <a:xfrm>
              <a:off x="5700661" y="1458352"/>
              <a:ext cx="28836" cy="91301"/>
            </a:xfrm>
            <a:custGeom>
              <a:avLst/>
              <a:gdLst/>
              <a:ahLst/>
              <a:cxnLst/>
              <a:rect l="l" t="t" r="r" b="b"/>
              <a:pathLst>
                <a:path w="775" h="2454" extrusionOk="0">
                  <a:moveTo>
                    <a:pt x="524" y="1"/>
                  </a:moveTo>
                  <a:lnTo>
                    <a:pt x="0" y="2453"/>
                  </a:lnTo>
                  <a:lnTo>
                    <a:pt x="774" y="2239"/>
                  </a:lnTo>
                  <a:lnTo>
                    <a:pt x="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26"/>
            <p:cNvSpPr/>
            <p:nvPr/>
          </p:nvSpPr>
          <p:spPr>
            <a:xfrm>
              <a:off x="6349203" y="1492023"/>
              <a:ext cx="38547" cy="103690"/>
            </a:xfrm>
            <a:custGeom>
              <a:avLst/>
              <a:gdLst/>
              <a:ahLst/>
              <a:cxnLst/>
              <a:rect l="l" t="t" r="r" b="b"/>
              <a:pathLst>
                <a:path w="1036" h="2787" extrusionOk="0">
                  <a:moveTo>
                    <a:pt x="1036" y="1"/>
                  </a:moveTo>
                  <a:lnTo>
                    <a:pt x="0" y="2287"/>
                  </a:lnTo>
                  <a:lnTo>
                    <a:pt x="607" y="2787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26"/>
            <p:cNvSpPr/>
            <p:nvPr/>
          </p:nvSpPr>
          <p:spPr>
            <a:xfrm>
              <a:off x="5840631" y="1800796"/>
              <a:ext cx="410250" cy="351290"/>
            </a:xfrm>
            <a:custGeom>
              <a:avLst/>
              <a:gdLst/>
              <a:ahLst/>
              <a:cxnLst/>
              <a:rect l="l" t="t" r="r" b="b"/>
              <a:pathLst>
                <a:path w="11026" h="9442" extrusionOk="0">
                  <a:moveTo>
                    <a:pt x="3204" y="0"/>
                  </a:moveTo>
                  <a:cubicBezTo>
                    <a:pt x="7037" y="2203"/>
                    <a:pt x="9692" y="4632"/>
                    <a:pt x="10585" y="8156"/>
                  </a:cubicBezTo>
                  <a:cubicBezTo>
                    <a:pt x="9800" y="6608"/>
                    <a:pt x="8335" y="5584"/>
                    <a:pt x="6573" y="4798"/>
                  </a:cubicBezTo>
                  <a:lnTo>
                    <a:pt x="6573" y="4798"/>
                  </a:lnTo>
                  <a:cubicBezTo>
                    <a:pt x="8419" y="5894"/>
                    <a:pt x="9776" y="7180"/>
                    <a:pt x="10371" y="8751"/>
                  </a:cubicBezTo>
                  <a:cubicBezTo>
                    <a:pt x="7871" y="6120"/>
                    <a:pt x="4180" y="4608"/>
                    <a:pt x="1" y="3548"/>
                  </a:cubicBezTo>
                  <a:lnTo>
                    <a:pt x="1" y="3548"/>
                  </a:lnTo>
                  <a:cubicBezTo>
                    <a:pt x="3835" y="4656"/>
                    <a:pt x="7383" y="6334"/>
                    <a:pt x="10335" y="9228"/>
                  </a:cubicBezTo>
                  <a:lnTo>
                    <a:pt x="10824" y="9442"/>
                  </a:lnTo>
                  <a:lnTo>
                    <a:pt x="11026" y="8132"/>
                  </a:lnTo>
                  <a:cubicBezTo>
                    <a:pt x="10121" y="3965"/>
                    <a:pt x="6704" y="1941"/>
                    <a:pt x="32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26"/>
            <p:cNvSpPr/>
            <p:nvPr/>
          </p:nvSpPr>
          <p:spPr>
            <a:xfrm>
              <a:off x="5923489" y="1231543"/>
              <a:ext cx="257439" cy="117903"/>
            </a:xfrm>
            <a:custGeom>
              <a:avLst/>
              <a:gdLst/>
              <a:ahLst/>
              <a:cxnLst/>
              <a:rect l="l" t="t" r="r" b="b"/>
              <a:pathLst>
                <a:path w="6919" h="3169" extrusionOk="0">
                  <a:moveTo>
                    <a:pt x="1119" y="1"/>
                  </a:moveTo>
                  <a:cubicBezTo>
                    <a:pt x="1119" y="1"/>
                    <a:pt x="0" y="2822"/>
                    <a:pt x="3477" y="3144"/>
                  </a:cubicBezTo>
                  <a:cubicBezTo>
                    <a:pt x="3650" y="3161"/>
                    <a:pt x="3814" y="3168"/>
                    <a:pt x="3968" y="3168"/>
                  </a:cubicBezTo>
                  <a:cubicBezTo>
                    <a:pt x="6919" y="3168"/>
                    <a:pt x="6596" y="298"/>
                    <a:pt x="6596" y="298"/>
                  </a:cubicBezTo>
                  <a:lnTo>
                    <a:pt x="11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26"/>
            <p:cNvSpPr/>
            <p:nvPr/>
          </p:nvSpPr>
          <p:spPr>
            <a:xfrm>
              <a:off x="5962407" y="1108391"/>
              <a:ext cx="219822" cy="223304"/>
            </a:xfrm>
            <a:custGeom>
              <a:avLst/>
              <a:gdLst/>
              <a:ahLst/>
              <a:cxnLst/>
              <a:rect l="l" t="t" r="r" b="b"/>
              <a:pathLst>
                <a:path w="5908" h="6002" extrusionOk="0">
                  <a:moveTo>
                    <a:pt x="466" y="1"/>
                  </a:moveTo>
                  <a:lnTo>
                    <a:pt x="14" y="3811"/>
                  </a:lnTo>
                  <a:cubicBezTo>
                    <a:pt x="0" y="5192"/>
                    <a:pt x="1489" y="6001"/>
                    <a:pt x="2925" y="6001"/>
                  </a:cubicBezTo>
                  <a:cubicBezTo>
                    <a:pt x="4026" y="6001"/>
                    <a:pt x="5095" y="5525"/>
                    <a:pt x="5431" y="4466"/>
                  </a:cubicBezTo>
                  <a:lnTo>
                    <a:pt x="5908" y="537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26"/>
            <p:cNvSpPr/>
            <p:nvPr/>
          </p:nvSpPr>
          <p:spPr>
            <a:xfrm>
              <a:off x="5967764" y="1169074"/>
              <a:ext cx="206948" cy="132189"/>
            </a:xfrm>
            <a:custGeom>
              <a:avLst/>
              <a:gdLst/>
              <a:ahLst/>
              <a:cxnLst/>
              <a:rect l="l" t="t" r="r" b="b"/>
              <a:pathLst>
                <a:path w="5562" h="3553" extrusionOk="0">
                  <a:moveTo>
                    <a:pt x="132" y="1"/>
                  </a:moveTo>
                  <a:lnTo>
                    <a:pt x="1" y="1037"/>
                  </a:lnTo>
                  <a:cubicBezTo>
                    <a:pt x="777" y="2618"/>
                    <a:pt x="1749" y="3553"/>
                    <a:pt x="2892" y="3553"/>
                  </a:cubicBezTo>
                  <a:cubicBezTo>
                    <a:pt x="3643" y="3553"/>
                    <a:pt x="4467" y="3150"/>
                    <a:pt x="5359" y="2263"/>
                  </a:cubicBezTo>
                  <a:lnTo>
                    <a:pt x="5561" y="525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26"/>
            <p:cNvSpPr/>
            <p:nvPr/>
          </p:nvSpPr>
          <p:spPr>
            <a:xfrm>
              <a:off x="5919917" y="932965"/>
              <a:ext cx="323668" cy="358842"/>
            </a:xfrm>
            <a:custGeom>
              <a:avLst/>
              <a:gdLst/>
              <a:ahLst/>
              <a:cxnLst/>
              <a:rect l="l" t="t" r="r" b="b"/>
              <a:pathLst>
                <a:path w="8699" h="9645" extrusionOk="0">
                  <a:moveTo>
                    <a:pt x="4525" y="1"/>
                  </a:moveTo>
                  <a:lnTo>
                    <a:pt x="2668" y="60"/>
                  </a:lnTo>
                  <a:lnTo>
                    <a:pt x="1787" y="930"/>
                  </a:lnTo>
                  <a:lnTo>
                    <a:pt x="763" y="3430"/>
                  </a:lnTo>
                  <a:cubicBezTo>
                    <a:pt x="763" y="3430"/>
                    <a:pt x="723" y="3409"/>
                    <a:pt x="660" y="3409"/>
                  </a:cubicBezTo>
                  <a:cubicBezTo>
                    <a:pt x="551" y="3409"/>
                    <a:pt x="374" y="3471"/>
                    <a:pt x="215" y="3811"/>
                  </a:cubicBezTo>
                  <a:cubicBezTo>
                    <a:pt x="0" y="4305"/>
                    <a:pt x="164" y="5955"/>
                    <a:pt x="951" y="5955"/>
                  </a:cubicBezTo>
                  <a:cubicBezTo>
                    <a:pt x="1036" y="5955"/>
                    <a:pt x="1128" y="5936"/>
                    <a:pt x="1227" y="5895"/>
                  </a:cubicBezTo>
                  <a:lnTo>
                    <a:pt x="1227" y="5895"/>
                  </a:lnTo>
                  <a:cubicBezTo>
                    <a:pt x="1192" y="6406"/>
                    <a:pt x="1263" y="6907"/>
                    <a:pt x="1418" y="7383"/>
                  </a:cubicBezTo>
                  <a:cubicBezTo>
                    <a:pt x="1656" y="7978"/>
                    <a:pt x="2418" y="9228"/>
                    <a:pt x="3585" y="9597"/>
                  </a:cubicBezTo>
                  <a:cubicBezTo>
                    <a:pt x="3704" y="9633"/>
                    <a:pt x="3835" y="9645"/>
                    <a:pt x="3954" y="9645"/>
                  </a:cubicBezTo>
                  <a:cubicBezTo>
                    <a:pt x="5180" y="9562"/>
                    <a:pt x="6216" y="8526"/>
                    <a:pt x="6585" y="8014"/>
                  </a:cubicBezTo>
                  <a:cubicBezTo>
                    <a:pt x="6859" y="7585"/>
                    <a:pt x="7038" y="7109"/>
                    <a:pt x="7121" y="6609"/>
                  </a:cubicBezTo>
                  <a:cubicBezTo>
                    <a:pt x="7254" y="6705"/>
                    <a:pt x="7381" y="6747"/>
                    <a:pt x="7503" y="6747"/>
                  </a:cubicBezTo>
                  <a:cubicBezTo>
                    <a:pt x="8211" y="6747"/>
                    <a:pt x="8699" y="5321"/>
                    <a:pt x="8597" y="4823"/>
                  </a:cubicBezTo>
                  <a:cubicBezTo>
                    <a:pt x="8514" y="4369"/>
                    <a:pt x="8301" y="4319"/>
                    <a:pt x="8210" y="4319"/>
                  </a:cubicBezTo>
                  <a:cubicBezTo>
                    <a:pt x="8185" y="4319"/>
                    <a:pt x="8169" y="4323"/>
                    <a:pt x="8169" y="4323"/>
                  </a:cubicBezTo>
                  <a:lnTo>
                    <a:pt x="7764" y="1656"/>
                  </a:lnTo>
                  <a:lnTo>
                    <a:pt x="7121" y="596"/>
                  </a:lnTo>
                  <a:lnTo>
                    <a:pt x="5335" y="96"/>
                  </a:lnTo>
                  <a:lnTo>
                    <a:pt x="5109" y="72"/>
                  </a:lnTo>
                  <a:lnTo>
                    <a:pt x="4740" y="25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26"/>
            <p:cNvSpPr/>
            <p:nvPr/>
          </p:nvSpPr>
          <p:spPr>
            <a:xfrm>
              <a:off x="6184826" y="1144742"/>
              <a:ext cx="12018" cy="38991"/>
            </a:xfrm>
            <a:custGeom>
              <a:avLst/>
              <a:gdLst/>
              <a:ahLst/>
              <a:cxnLst/>
              <a:rect l="l" t="t" r="r" b="b"/>
              <a:pathLst>
                <a:path w="323" h="1048" extrusionOk="0">
                  <a:moveTo>
                    <a:pt x="180" y="0"/>
                  </a:moveTo>
                  <a:lnTo>
                    <a:pt x="1" y="905"/>
                  </a:lnTo>
                  <a:cubicBezTo>
                    <a:pt x="84" y="988"/>
                    <a:pt x="203" y="1036"/>
                    <a:pt x="322" y="1048"/>
                  </a:cubicBezTo>
                  <a:lnTo>
                    <a:pt x="180" y="0"/>
                  </a:ln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26"/>
            <p:cNvSpPr/>
            <p:nvPr/>
          </p:nvSpPr>
          <p:spPr>
            <a:xfrm>
              <a:off x="5953142" y="1117693"/>
              <a:ext cx="14213" cy="36796"/>
            </a:xfrm>
            <a:custGeom>
              <a:avLst/>
              <a:gdLst/>
              <a:ahLst/>
              <a:cxnLst/>
              <a:rect l="l" t="t" r="r" b="b"/>
              <a:pathLst>
                <a:path w="382" h="989" extrusionOk="0">
                  <a:moveTo>
                    <a:pt x="382" y="1"/>
                  </a:moveTo>
                  <a:lnTo>
                    <a:pt x="1" y="977"/>
                  </a:lnTo>
                  <a:cubicBezTo>
                    <a:pt x="33" y="984"/>
                    <a:pt x="68" y="988"/>
                    <a:pt x="103" y="988"/>
                  </a:cubicBezTo>
                  <a:cubicBezTo>
                    <a:pt x="184" y="988"/>
                    <a:pt x="268" y="967"/>
                    <a:pt x="334" y="918"/>
                  </a:cubicBezTo>
                  <a:lnTo>
                    <a:pt x="382" y="1"/>
                  </a:ln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26"/>
            <p:cNvSpPr/>
            <p:nvPr/>
          </p:nvSpPr>
          <p:spPr>
            <a:xfrm>
              <a:off x="5922150" y="884560"/>
              <a:ext cx="353471" cy="253329"/>
            </a:xfrm>
            <a:custGeom>
              <a:avLst/>
              <a:gdLst/>
              <a:ahLst/>
              <a:cxnLst/>
              <a:rect l="l" t="t" r="r" b="b"/>
              <a:pathLst>
                <a:path w="9500" h="6809" extrusionOk="0">
                  <a:moveTo>
                    <a:pt x="3543" y="0"/>
                  </a:moveTo>
                  <a:cubicBezTo>
                    <a:pt x="3224" y="0"/>
                    <a:pt x="2789" y="83"/>
                    <a:pt x="2084" y="361"/>
                  </a:cubicBezTo>
                  <a:cubicBezTo>
                    <a:pt x="1144" y="909"/>
                    <a:pt x="1548" y="1826"/>
                    <a:pt x="929" y="2183"/>
                  </a:cubicBezTo>
                  <a:cubicBezTo>
                    <a:pt x="1" y="2731"/>
                    <a:pt x="239" y="4969"/>
                    <a:pt x="239" y="4969"/>
                  </a:cubicBezTo>
                  <a:cubicBezTo>
                    <a:pt x="331" y="4802"/>
                    <a:pt x="439" y="4707"/>
                    <a:pt x="577" y="4707"/>
                  </a:cubicBezTo>
                  <a:cubicBezTo>
                    <a:pt x="616" y="4707"/>
                    <a:pt x="658" y="4715"/>
                    <a:pt x="703" y="4731"/>
                  </a:cubicBezTo>
                  <a:cubicBezTo>
                    <a:pt x="989" y="4874"/>
                    <a:pt x="1013" y="5398"/>
                    <a:pt x="1024" y="5945"/>
                  </a:cubicBezTo>
                  <a:cubicBezTo>
                    <a:pt x="1024" y="5945"/>
                    <a:pt x="1073" y="6065"/>
                    <a:pt x="1134" y="6065"/>
                  </a:cubicBezTo>
                  <a:cubicBezTo>
                    <a:pt x="1212" y="6065"/>
                    <a:pt x="1311" y="5870"/>
                    <a:pt x="1358" y="4981"/>
                  </a:cubicBezTo>
                  <a:cubicBezTo>
                    <a:pt x="1608" y="3576"/>
                    <a:pt x="2048" y="2683"/>
                    <a:pt x="2727" y="2385"/>
                  </a:cubicBezTo>
                  <a:cubicBezTo>
                    <a:pt x="2760" y="2371"/>
                    <a:pt x="2792" y="2365"/>
                    <a:pt x="2825" y="2365"/>
                  </a:cubicBezTo>
                  <a:cubicBezTo>
                    <a:pt x="3293" y="2365"/>
                    <a:pt x="3865" y="3718"/>
                    <a:pt x="7359" y="4219"/>
                  </a:cubicBezTo>
                  <a:cubicBezTo>
                    <a:pt x="7430" y="4707"/>
                    <a:pt x="7442" y="5207"/>
                    <a:pt x="7406" y="5707"/>
                  </a:cubicBezTo>
                  <a:cubicBezTo>
                    <a:pt x="7230" y="6622"/>
                    <a:pt x="7296" y="6809"/>
                    <a:pt x="7378" y="6809"/>
                  </a:cubicBezTo>
                  <a:cubicBezTo>
                    <a:pt x="7436" y="6809"/>
                    <a:pt x="7501" y="6719"/>
                    <a:pt x="7501" y="6719"/>
                  </a:cubicBezTo>
                  <a:cubicBezTo>
                    <a:pt x="7644" y="6195"/>
                    <a:pt x="7799" y="5695"/>
                    <a:pt x="8109" y="5612"/>
                  </a:cubicBezTo>
                  <a:cubicBezTo>
                    <a:pt x="8123" y="5610"/>
                    <a:pt x="8138" y="5609"/>
                    <a:pt x="8152" y="5609"/>
                  </a:cubicBezTo>
                  <a:cubicBezTo>
                    <a:pt x="8330" y="5609"/>
                    <a:pt x="8446" y="5747"/>
                    <a:pt x="8502" y="5957"/>
                  </a:cubicBezTo>
                  <a:cubicBezTo>
                    <a:pt x="8502" y="5957"/>
                    <a:pt x="8502" y="5957"/>
                    <a:pt x="8502" y="5957"/>
                  </a:cubicBezTo>
                  <a:cubicBezTo>
                    <a:pt x="8506" y="5957"/>
                    <a:pt x="9499" y="3122"/>
                    <a:pt x="8394" y="2385"/>
                  </a:cubicBezTo>
                  <a:cubicBezTo>
                    <a:pt x="7644" y="1885"/>
                    <a:pt x="7859" y="1123"/>
                    <a:pt x="7061" y="576"/>
                  </a:cubicBezTo>
                  <a:cubicBezTo>
                    <a:pt x="6445" y="203"/>
                    <a:pt x="6054" y="115"/>
                    <a:pt x="5705" y="115"/>
                  </a:cubicBezTo>
                  <a:cubicBezTo>
                    <a:pt x="5398" y="115"/>
                    <a:pt x="5124" y="183"/>
                    <a:pt x="4758" y="183"/>
                  </a:cubicBezTo>
                  <a:cubicBezTo>
                    <a:pt x="4744" y="183"/>
                    <a:pt x="4730" y="183"/>
                    <a:pt x="4715" y="183"/>
                  </a:cubicBezTo>
                  <a:cubicBezTo>
                    <a:pt x="4239" y="183"/>
                    <a:pt x="4017" y="0"/>
                    <a:pt x="35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26"/>
            <p:cNvSpPr/>
            <p:nvPr/>
          </p:nvSpPr>
          <p:spPr>
            <a:xfrm>
              <a:off x="5872963" y="2297386"/>
              <a:ext cx="125426" cy="128915"/>
            </a:xfrm>
            <a:custGeom>
              <a:avLst/>
              <a:gdLst/>
              <a:ahLst/>
              <a:cxnLst/>
              <a:rect l="l" t="t" r="r" b="b"/>
              <a:pathLst>
                <a:path w="3371" h="3465" extrusionOk="0">
                  <a:moveTo>
                    <a:pt x="3370" y="0"/>
                  </a:moveTo>
                  <a:lnTo>
                    <a:pt x="1" y="2965"/>
                  </a:lnTo>
                  <a:lnTo>
                    <a:pt x="537" y="3465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26"/>
            <p:cNvSpPr/>
            <p:nvPr/>
          </p:nvSpPr>
          <p:spPr>
            <a:xfrm>
              <a:off x="5662115" y="2230936"/>
              <a:ext cx="423124" cy="49817"/>
            </a:xfrm>
            <a:custGeom>
              <a:avLst/>
              <a:gdLst/>
              <a:ahLst/>
              <a:cxnLst/>
              <a:rect l="l" t="t" r="r" b="b"/>
              <a:pathLst>
                <a:path w="11372" h="1339" extrusionOk="0">
                  <a:moveTo>
                    <a:pt x="1" y="0"/>
                  </a:moveTo>
                  <a:cubicBezTo>
                    <a:pt x="64" y="0"/>
                    <a:pt x="2477" y="1339"/>
                    <a:pt x="5825" y="1339"/>
                  </a:cubicBezTo>
                  <a:cubicBezTo>
                    <a:pt x="7499" y="1339"/>
                    <a:pt x="9407" y="1004"/>
                    <a:pt x="11371" y="0"/>
                  </a:cubicBezTo>
                  <a:lnTo>
                    <a:pt x="11371" y="0"/>
                  </a:lnTo>
                  <a:cubicBezTo>
                    <a:pt x="9600" y="679"/>
                    <a:pt x="7765" y="1027"/>
                    <a:pt x="5867" y="1027"/>
                  </a:cubicBezTo>
                  <a:cubicBezTo>
                    <a:pt x="4003" y="1027"/>
                    <a:pt x="2079" y="691"/>
                    <a:pt x="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26"/>
            <p:cNvSpPr/>
            <p:nvPr/>
          </p:nvSpPr>
          <p:spPr>
            <a:xfrm>
              <a:off x="5961142" y="2339019"/>
              <a:ext cx="63811" cy="144876"/>
            </a:xfrm>
            <a:custGeom>
              <a:avLst/>
              <a:gdLst/>
              <a:ahLst/>
              <a:cxnLst/>
              <a:rect l="l" t="t" r="r" b="b"/>
              <a:pathLst>
                <a:path w="1715" h="3894" extrusionOk="0">
                  <a:moveTo>
                    <a:pt x="1000" y="0"/>
                  </a:moveTo>
                  <a:lnTo>
                    <a:pt x="1000" y="0"/>
                  </a:lnTo>
                  <a:cubicBezTo>
                    <a:pt x="727" y="179"/>
                    <a:pt x="0" y="2167"/>
                    <a:pt x="1715" y="3894"/>
                  </a:cubicBezTo>
                  <a:cubicBezTo>
                    <a:pt x="893" y="2572"/>
                    <a:pt x="608" y="1274"/>
                    <a:pt x="1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26"/>
            <p:cNvSpPr/>
            <p:nvPr/>
          </p:nvSpPr>
          <p:spPr>
            <a:xfrm>
              <a:off x="5736081" y="2086948"/>
              <a:ext cx="456796" cy="89552"/>
            </a:xfrm>
            <a:custGeom>
              <a:avLst/>
              <a:gdLst/>
              <a:ahLst/>
              <a:cxnLst/>
              <a:rect l="l" t="t" r="r" b="b"/>
              <a:pathLst>
                <a:path w="12277" h="2407" extrusionOk="0">
                  <a:moveTo>
                    <a:pt x="1" y="1"/>
                  </a:moveTo>
                  <a:cubicBezTo>
                    <a:pt x="1" y="1"/>
                    <a:pt x="1545" y="2407"/>
                    <a:pt x="4582" y="2407"/>
                  </a:cubicBezTo>
                  <a:cubicBezTo>
                    <a:pt x="4756" y="2407"/>
                    <a:pt x="4936" y="2399"/>
                    <a:pt x="5121" y="2382"/>
                  </a:cubicBezTo>
                  <a:cubicBezTo>
                    <a:pt x="8033" y="2079"/>
                    <a:pt x="9324" y="1454"/>
                    <a:pt x="10930" y="1454"/>
                  </a:cubicBezTo>
                  <a:cubicBezTo>
                    <a:pt x="11346" y="1454"/>
                    <a:pt x="11784" y="1496"/>
                    <a:pt x="12276" y="1596"/>
                  </a:cubicBezTo>
                  <a:cubicBezTo>
                    <a:pt x="11879" y="1387"/>
                    <a:pt x="11353" y="1307"/>
                    <a:pt x="10744" y="1307"/>
                  </a:cubicBezTo>
                  <a:cubicBezTo>
                    <a:pt x="9199" y="1307"/>
                    <a:pt x="7124" y="1825"/>
                    <a:pt x="5287" y="2072"/>
                  </a:cubicBezTo>
                  <a:cubicBezTo>
                    <a:pt x="5056" y="2098"/>
                    <a:pt x="4832" y="2110"/>
                    <a:pt x="4614" y="2110"/>
                  </a:cubicBezTo>
                  <a:cubicBezTo>
                    <a:pt x="1730" y="2110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26"/>
            <p:cNvSpPr/>
            <p:nvPr/>
          </p:nvSpPr>
          <p:spPr>
            <a:xfrm>
              <a:off x="5921703" y="2535691"/>
              <a:ext cx="448797" cy="582816"/>
            </a:xfrm>
            <a:custGeom>
              <a:avLst/>
              <a:gdLst/>
              <a:ahLst/>
              <a:cxnLst/>
              <a:rect l="l" t="t" r="r" b="b"/>
              <a:pathLst>
                <a:path w="12062" h="15665" extrusionOk="0">
                  <a:moveTo>
                    <a:pt x="8204" y="1"/>
                  </a:moveTo>
                  <a:cubicBezTo>
                    <a:pt x="4299" y="2644"/>
                    <a:pt x="4180" y="8406"/>
                    <a:pt x="1" y="15169"/>
                  </a:cubicBezTo>
                  <a:cubicBezTo>
                    <a:pt x="544" y="15417"/>
                    <a:pt x="1087" y="15664"/>
                    <a:pt x="1710" y="15664"/>
                  </a:cubicBezTo>
                  <a:cubicBezTo>
                    <a:pt x="2166" y="15664"/>
                    <a:pt x="2665" y="15531"/>
                    <a:pt x="3239" y="15169"/>
                  </a:cubicBezTo>
                  <a:cubicBezTo>
                    <a:pt x="7085" y="10835"/>
                    <a:pt x="11895" y="4811"/>
                    <a:pt x="12062" y="36"/>
                  </a:cubicBezTo>
                  <a:lnTo>
                    <a:pt x="82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26"/>
            <p:cNvSpPr/>
            <p:nvPr/>
          </p:nvSpPr>
          <p:spPr>
            <a:xfrm>
              <a:off x="5921703" y="2585882"/>
              <a:ext cx="430640" cy="532627"/>
            </a:xfrm>
            <a:custGeom>
              <a:avLst/>
              <a:gdLst/>
              <a:ahLst/>
              <a:cxnLst/>
              <a:rect l="l" t="t" r="r" b="b"/>
              <a:pathLst>
                <a:path w="11574" h="14316" extrusionOk="0">
                  <a:moveTo>
                    <a:pt x="8010" y="0"/>
                  </a:moveTo>
                  <a:cubicBezTo>
                    <a:pt x="7557" y="0"/>
                    <a:pt x="7085" y="40"/>
                    <a:pt x="6609" y="128"/>
                  </a:cubicBezTo>
                  <a:cubicBezTo>
                    <a:pt x="2596" y="3736"/>
                    <a:pt x="2215" y="9605"/>
                    <a:pt x="1" y="13820"/>
                  </a:cubicBezTo>
                  <a:cubicBezTo>
                    <a:pt x="544" y="14068"/>
                    <a:pt x="1337" y="14315"/>
                    <a:pt x="2174" y="14315"/>
                  </a:cubicBezTo>
                  <a:cubicBezTo>
                    <a:pt x="2786" y="14315"/>
                    <a:pt x="3422" y="14182"/>
                    <a:pt x="4001" y="13820"/>
                  </a:cubicBezTo>
                  <a:cubicBezTo>
                    <a:pt x="4001" y="13820"/>
                    <a:pt x="10240" y="5522"/>
                    <a:pt x="11574" y="1307"/>
                  </a:cubicBezTo>
                  <a:cubicBezTo>
                    <a:pt x="11316" y="631"/>
                    <a:pt x="9818" y="0"/>
                    <a:pt x="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26"/>
            <p:cNvSpPr/>
            <p:nvPr/>
          </p:nvSpPr>
          <p:spPr>
            <a:xfrm>
              <a:off x="6175524" y="2538370"/>
              <a:ext cx="58974" cy="31029"/>
            </a:xfrm>
            <a:custGeom>
              <a:avLst/>
              <a:gdLst/>
              <a:ahLst/>
              <a:cxnLst/>
              <a:rect l="l" t="t" r="r" b="b"/>
              <a:pathLst>
                <a:path w="1585" h="834" extrusionOk="0">
                  <a:moveTo>
                    <a:pt x="1584" y="0"/>
                  </a:moveTo>
                  <a:lnTo>
                    <a:pt x="1584" y="0"/>
                  </a:lnTo>
                  <a:cubicBezTo>
                    <a:pt x="1013" y="12"/>
                    <a:pt x="465" y="119"/>
                    <a:pt x="1" y="476"/>
                  </a:cubicBezTo>
                  <a:lnTo>
                    <a:pt x="299" y="834"/>
                  </a:lnTo>
                  <a:cubicBezTo>
                    <a:pt x="656" y="453"/>
                    <a:pt x="1096" y="167"/>
                    <a:pt x="1584" y="0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26"/>
            <p:cNvSpPr/>
            <p:nvPr/>
          </p:nvSpPr>
          <p:spPr>
            <a:xfrm>
              <a:off x="5849486" y="3081913"/>
              <a:ext cx="420445" cy="154178"/>
            </a:xfrm>
            <a:custGeom>
              <a:avLst/>
              <a:gdLst/>
              <a:ahLst/>
              <a:cxnLst/>
              <a:rect l="l" t="t" r="r" b="b"/>
              <a:pathLst>
                <a:path w="11300" h="4144" extrusionOk="0">
                  <a:moveTo>
                    <a:pt x="2239" y="0"/>
                  </a:moveTo>
                  <a:cubicBezTo>
                    <a:pt x="2239" y="0"/>
                    <a:pt x="1" y="2274"/>
                    <a:pt x="346" y="3215"/>
                  </a:cubicBezTo>
                  <a:cubicBezTo>
                    <a:pt x="703" y="4143"/>
                    <a:pt x="2275" y="3917"/>
                    <a:pt x="4775" y="3989"/>
                  </a:cubicBezTo>
                  <a:cubicBezTo>
                    <a:pt x="5507" y="4010"/>
                    <a:pt x="6322" y="4024"/>
                    <a:pt x="7113" y="4024"/>
                  </a:cubicBezTo>
                  <a:cubicBezTo>
                    <a:pt x="9022" y="4024"/>
                    <a:pt x="10789" y="3938"/>
                    <a:pt x="10907" y="3643"/>
                  </a:cubicBezTo>
                  <a:cubicBezTo>
                    <a:pt x="11300" y="2703"/>
                    <a:pt x="8597" y="1774"/>
                    <a:pt x="7633" y="1488"/>
                  </a:cubicBezTo>
                  <a:cubicBezTo>
                    <a:pt x="7002" y="1274"/>
                    <a:pt x="6418" y="941"/>
                    <a:pt x="5930" y="488"/>
                  </a:cubicBezTo>
                  <a:cubicBezTo>
                    <a:pt x="5475" y="597"/>
                    <a:pt x="4986" y="650"/>
                    <a:pt x="4513" y="650"/>
                  </a:cubicBezTo>
                  <a:cubicBezTo>
                    <a:pt x="3538" y="650"/>
                    <a:pt x="2632" y="425"/>
                    <a:pt x="2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26"/>
            <p:cNvSpPr/>
            <p:nvPr/>
          </p:nvSpPr>
          <p:spPr>
            <a:xfrm>
              <a:off x="4719457" y="2431402"/>
              <a:ext cx="645922" cy="219956"/>
            </a:xfrm>
            <a:custGeom>
              <a:avLst/>
              <a:gdLst/>
              <a:ahLst/>
              <a:cxnLst/>
              <a:rect l="l" t="t" r="r" b="b"/>
              <a:pathLst>
                <a:path w="17360" h="5912" extrusionOk="0">
                  <a:moveTo>
                    <a:pt x="6441" y="1"/>
                  </a:moveTo>
                  <a:cubicBezTo>
                    <a:pt x="3113" y="1"/>
                    <a:pt x="274" y="208"/>
                    <a:pt x="274" y="208"/>
                  </a:cubicBezTo>
                  <a:cubicBezTo>
                    <a:pt x="2346" y="803"/>
                    <a:pt x="1072" y="2768"/>
                    <a:pt x="0" y="2994"/>
                  </a:cubicBezTo>
                  <a:cubicBezTo>
                    <a:pt x="4074" y="4390"/>
                    <a:pt x="9210" y="5911"/>
                    <a:pt x="13409" y="5911"/>
                  </a:cubicBezTo>
                  <a:cubicBezTo>
                    <a:pt x="14867" y="5911"/>
                    <a:pt x="16212" y="5728"/>
                    <a:pt x="17359" y="5292"/>
                  </a:cubicBezTo>
                  <a:lnTo>
                    <a:pt x="15812" y="1161"/>
                  </a:lnTo>
                  <a:cubicBezTo>
                    <a:pt x="13953" y="228"/>
                    <a:pt x="9928" y="1"/>
                    <a:pt x="64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26"/>
            <p:cNvSpPr/>
            <p:nvPr/>
          </p:nvSpPr>
          <p:spPr>
            <a:xfrm>
              <a:off x="4719457" y="2431514"/>
              <a:ext cx="602948" cy="224011"/>
            </a:xfrm>
            <a:custGeom>
              <a:avLst/>
              <a:gdLst/>
              <a:ahLst/>
              <a:cxnLst/>
              <a:rect l="l" t="t" r="r" b="b"/>
              <a:pathLst>
                <a:path w="16205" h="6021" extrusionOk="0">
                  <a:moveTo>
                    <a:pt x="6429" y="0"/>
                  </a:moveTo>
                  <a:cubicBezTo>
                    <a:pt x="3107" y="0"/>
                    <a:pt x="274" y="205"/>
                    <a:pt x="274" y="205"/>
                  </a:cubicBezTo>
                  <a:cubicBezTo>
                    <a:pt x="274" y="205"/>
                    <a:pt x="1345" y="2051"/>
                    <a:pt x="0" y="2991"/>
                  </a:cubicBezTo>
                  <a:cubicBezTo>
                    <a:pt x="4118" y="4402"/>
                    <a:pt x="8950" y="6020"/>
                    <a:pt x="13031" y="6020"/>
                  </a:cubicBezTo>
                  <a:cubicBezTo>
                    <a:pt x="13634" y="6020"/>
                    <a:pt x="14222" y="5985"/>
                    <a:pt x="14788" y="5908"/>
                  </a:cubicBezTo>
                  <a:cubicBezTo>
                    <a:pt x="15169" y="5861"/>
                    <a:pt x="16204" y="2646"/>
                    <a:pt x="14645" y="729"/>
                  </a:cubicBezTo>
                  <a:cubicBezTo>
                    <a:pt x="12555" y="154"/>
                    <a:pt x="9308" y="0"/>
                    <a:pt x="6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26"/>
            <p:cNvSpPr/>
            <p:nvPr/>
          </p:nvSpPr>
          <p:spPr>
            <a:xfrm>
              <a:off x="5204068" y="2446210"/>
              <a:ext cx="58974" cy="209129"/>
            </a:xfrm>
            <a:custGeom>
              <a:avLst/>
              <a:gdLst/>
              <a:ahLst/>
              <a:cxnLst/>
              <a:rect l="l" t="t" r="r" b="b"/>
              <a:pathLst>
                <a:path w="1585" h="5621" extrusionOk="0">
                  <a:moveTo>
                    <a:pt x="1" y="1"/>
                  </a:moveTo>
                  <a:lnTo>
                    <a:pt x="1" y="1"/>
                  </a:lnTo>
                  <a:cubicBezTo>
                    <a:pt x="1144" y="2013"/>
                    <a:pt x="1132" y="3882"/>
                    <a:pt x="1" y="5620"/>
                  </a:cubicBezTo>
                  <a:lnTo>
                    <a:pt x="429" y="5620"/>
                  </a:lnTo>
                  <a:cubicBezTo>
                    <a:pt x="1489" y="3930"/>
                    <a:pt x="1584" y="2084"/>
                    <a:pt x="334" y="6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26"/>
            <p:cNvSpPr/>
            <p:nvPr/>
          </p:nvSpPr>
          <p:spPr>
            <a:xfrm>
              <a:off x="5165969" y="2438695"/>
              <a:ext cx="58974" cy="216645"/>
            </a:xfrm>
            <a:custGeom>
              <a:avLst/>
              <a:gdLst/>
              <a:ahLst/>
              <a:cxnLst/>
              <a:rect l="l" t="t" r="r" b="b"/>
              <a:pathLst>
                <a:path w="1585" h="5823" extrusionOk="0">
                  <a:moveTo>
                    <a:pt x="1" y="0"/>
                  </a:moveTo>
                  <a:cubicBezTo>
                    <a:pt x="1144" y="2096"/>
                    <a:pt x="1132" y="4024"/>
                    <a:pt x="1" y="5822"/>
                  </a:cubicBezTo>
                  <a:lnTo>
                    <a:pt x="429" y="5810"/>
                  </a:lnTo>
                  <a:cubicBezTo>
                    <a:pt x="1489" y="4060"/>
                    <a:pt x="1584" y="2167"/>
                    <a:pt x="346" y="6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26"/>
            <p:cNvSpPr/>
            <p:nvPr/>
          </p:nvSpPr>
          <p:spPr>
            <a:xfrm>
              <a:off x="6118413" y="2627404"/>
              <a:ext cx="217962" cy="66932"/>
            </a:xfrm>
            <a:custGeom>
              <a:avLst/>
              <a:gdLst/>
              <a:ahLst/>
              <a:cxnLst/>
              <a:rect l="l" t="t" r="r" b="b"/>
              <a:pathLst>
                <a:path w="5858" h="1799" extrusionOk="0">
                  <a:moveTo>
                    <a:pt x="1123" y="1"/>
                  </a:moveTo>
                  <a:cubicBezTo>
                    <a:pt x="871" y="1"/>
                    <a:pt x="611" y="5"/>
                    <a:pt x="345" y="12"/>
                  </a:cubicBezTo>
                  <a:lnTo>
                    <a:pt x="0" y="429"/>
                  </a:lnTo>
                  <a:cubicBezTo>
                    <a:pt x="376" y="413"/>
                    <a:pt x="739" y="405"/>
                    <a:pt x="1089" y="405"/>
                  </a:cubicBezTo>
                  <a:cubicBezTo>
                    <a:pt x="3597" y="405"/>
                    <a:pt x="5378" y="826"/>
                    <a:pt x="5691" y="1798"/>
                  </a:cubicBezTo>
                  <a:lnTo>
                    <a:pt x="5858" y="1358"/>
                  </a:lnTo>
                  <a:cubicBezTo>
                    <a:pt x="5533" y="393"/>
                    <a:pt x="3679" y="1"/>
                    <a:pt x="1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26"/>
            <p:cNvSpPr/>
            <p:nvPr/>
          </p:nvSpPr>
          <p:spPr>
            <a:xfrm>
              <a:off x="6094898" y="2659699"/>
              <a:ext cx="226854" cy="65183"/>
            </a:xfrm>
            <a:custGeom>
              <a:avLst/>
              <a:gdLst/>
              <a:ahLst/>
              <a:cxnLst/>
              <a:rect l="l" t="t" r="r" b="b"/>
              <a:pathLst>
                <a:path w="6097" h="1752" extrusionOk="0">
                  <a:moveTo>
                    <a:pt x="585" y="0"/>
                  </a:moveTo>
                  <a:cubicBezTo>
                    <a:pt x="490" y="0"/>
                    <a:pt x="395" y="1"/>
                    <a:pt x="299" y="1"/>
                  </a:cubicBezTo>
                  <a:lnTo>
                    <a:pt x="1" y="442"/>
                  </a:lnTo>
                  <a:cubicBezTo>
                    <a:pt x="345" y="429"/>
                    <a:pt x="692" y="422"/>
                    <a:pt x="1038" y="422"/>
                  </a:cubicBezTo>
                  <a:cubicBezTo>
                    <a:pt x="3471" y="422"/>
                    <a:pt x="5804" y="772"/>
                    <a:pt x="5918" y="1752"/>
                  </a:cubicBezTo>
                  <a:lnTo>
                    <a:pt x="6097" y="1383"/>
                  </a:lnTo>
                  <a:cubicBezTo>
                    <a:pt x="5935" y="367"/>
                    <a:pt x="3560" y="0"/>
                    <a:pt x="5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9" name="Google Shape;3709;p26"/>
          <p:cNvGrpSpPr/>
          <p:nvPr/>
        </p:nvGrpSpPr>
        <p:grpSpPr>
          <a:xfrm flipH="1">
            <a:off x="6724762" y="2725848"/>
            <a:ext cx="488036" cy="463248"/>
            <a:chOff x="532200" y="1217125"/>
            <a:chExt cx="2441400" cy="2317400"/>
          </a:xfrm>
        </p:grpSpPr>
        <p:sp>
          <p:nvSpPr>
            <p:cNvPr id="3710" name="Google Shape;3710;p26"/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26"/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2A84516E-5C14-74BF-E755-98F8D54F5282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p28"/>
          <p:cNvSpPr txBox="1">
            <a:spLocks noGrp="1"/>
          </p:cNvSpPr>
          <p:nvPr>
            <p:ph type="title"/>
          </p:nvPr>
        </p:nvSpPr>
        <p:spPr>
          <a:xfrm>
            <a:off x="2089625" y="466200"/>
            <a:ext cx="6222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chemeClr val="accent2"/>
                </a:highlight>
              </a:rPr>
              <a:t>ÍNDICE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723" name="Google Shape;3723;p28"/>
          <p:cNvSpPr txBox="1">
            <a:spLocks noGrp="1"/>
          </p:cNvSpPr>
          <p:nvPr>
            <p:ph type="title" idx="2"/>
          </p:nvPr>
        </p:nvSpPr>
        <p:spPr>
          <a:xfrm>
            <a:off x="3256675" y="1385464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24" name="Google Shape;3724;p28"/>
          <p:cNvSpPr txBox="1">
            <a:spLocks noGrp="1"/>
          </p:cNvSpPr>
          <p:nvPr>
            <p:ph type="title" idx="3"/>
          </p:nvPr>
        </p:nvSpPr>
        <p:spPr>
          <a:xfrm>
            <a:off x="2418750" y="1877026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 PROPUESTA</a:t>
            </a:r>
            <a:endParaRPr/>
          </a:p>
        </p:txBody>
      </p:sp>
      <p:sp>
        <p:nvSpPr>
          <p:cNvPr id="3725" name="Google Shape;3725;p28"/>
          <p:cNvSpPr txBox="1">
            <a:spLocks noGrp="1"/>
          </p:cNvSpPr>
          <p:nvPr>
            <p:ph type="title" idx="4"/>
          </p:nvPr>
        </p:nvSpPr>
        <p:spPr>
          <a:xfrm>
            <a:off x="2418750" y="2197551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Introducción, Objetivos Generales y ¿Por Qué?</a:t>
            </a:r>
            <a:endParaRPr/>
          </a:p>
        </p:txBody>
      </p:sp>
      <p:sp>
        <p:nvSpPr>
          <p:cNvPr id="3726" name="Google Shape;3726;p28"/>
          <p:cNvSpPr txBox="1">
            <a:spLocks noGrp="1"/>
          </p:cNvSpPr>
          <p:nvPr>
            <p:ph type="title" idx="6"/>
          </p:nvPr>
        </p:nvSpPr>
        <p:spPr>
          <a:xfrm>
            <a:off x="5480025" y="1877026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DESARROLLO</a:t>
            </a:r>
            <a:endParaRPr/>
          </a:p>
        </p:txBody>
      </p:sp>
      <p:sp>
        <p:nvSpPr>
          <p:cNvPr id="3727" name="Google Shape;3727;p28"/>
          <p:cNvSpPr txBox="1">
            <a:spLocks noGrp="1"/>
          </p:cNvSpPr>
          <p:nvPr>
            <p:ph type="title" idx="7"/>
          </p:nvPr>
        </p:nvSpPr>
        <p:spPr>
          <a:xfrm>
            <a:off x="5480025" y="2197551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Diseño DW (Modelado) y Procesamiento de Datos.</a:t>
            </a:r>
            <a:endParaRPr/>
          </a:p>
        </p:txBody>
      </p:sp>
      <p:sp>
        <p:nvSpPr>
          <p:cNvPr id="3728" name="Google Shape;3728;p28"/>
          <p:cNvSpPr txBox="1">
            <a:spLocks noGrp="1"/>
          </p:cNvSpPr>
          <p:nvPr>
            <p:ph type="title" idx="8"/>
          </p:nvPr>
        </p:nvSpPr>
        <p:spPr>
          <a:xfrm>
            <a:off x="2723463" y="3071986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729" name="Google Shape;3729;p28"/>
          <p:cNvSpPr txBox="1">
            <a:spLocks noGrp="1"/>
          </p:cNvSpPr>
          <p:nvPr>
            <p:ph type="title" idx="9"/>
          </p:nvPr>
        </p:nvSpPr>
        <p:spPr>
          <a:xfrm>
            <a:off x="1885350" y="3557680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</a:t>
            </a:r>
            <a:endParaRPr dirty="0"/>
          </a:p>
        </p:txBody>
      </p:sp>
      <p:sp>
        <p:nvSpPr>
          <p:cNvPr id="3730" name="Google Shape;3730;p28"/>
          <p:cNvSpPr txBox="1">
            <a:spLocks noGrp="1"/>
          </p:cNvSpPr>
          <p:nvPr>
            <p:ph type="title" idx="13"/>
          </p:nvPr>
        </p:nvSpPr>
        <p:spPr>
          <a:xfrm>
            <a:off x="1885350" y="3878180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Consultas OLAP.</a:t>
            </a:r>
            <a:endParaRPr dirty="0"/>
          </a:p>
        </p:txBody>
      </p:sp>
      <p:sp>
        <p:nvSpPr>
          <p:cNvPr id="3731" name="Google Shape;3731;p28"/>
          <p:cNvSpPr txBox="1">
            <a:spLocks noGrp="1"/>
          </p:cNvSpPr>
          <p:nvPr>
            <p:ph type="title" idx="15"/>
          </p:nvPr>
        </p:nvSpPr>
        <p:spPr>
          <a:xfrm>
            <a:off x="5809025" y="3571628"/>
            <a:ext cx="2503200" cy="3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sp>
        <p:nvSpPr>
          <p:cNvPr id="3732" name="Google Shape;3732;p28"/>
          <p:cNvSpPr txBox="1">
            <a:spLocks noGrp="1"/>
          </p:cNvSpPr>
          <p:nvPr>
            <p:ph type="title" idx="16"/>
          </p:nvPr>
        </p:nvSpPr>
        <p:spPr>
          <a:xfrm>
            <a:off x="5809025" y="3883048"/>
            <a:ext cx="25032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Conclusiones.</a:t>
            </a:r>
            <a:endParaRPr dirty="0"/>
          </a:p>
        </p:txBody>
      </p:sp>
      <p:sp>
        <p:nvSpPr>
          <p:cNvPr id="3733" name="Google Shape;3733;p28"/>
          <p:cNvSpPr txBox="1">
            <a:spLocks noGrp="1"/>
          </p:cNvSpPr>
          <p:nvPr>
            <p:ph type="title" idx="14"/>
          </p:nvPr>
        </p:nvSpPr>
        <p:spPr>
          <a:xfrm>
            <a:off x="6647063" y="3076841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734" name="Google Shape;3734;p28"/>
          <p:cNvSpPr txBox="1">
            <a:spLocks noGrp="1"/>
          </p:cNvSpPr>
          <p:nvPr>
            <p:ph type="title" idx="5"/>
          </p:nvPr>
        </p:nvSpPr>
        <p:spPr>
          <a:xfrm>
            <a:off x="6317950" y="1385452"/>
            <a:ext cx="827100" cy="3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" name="Google Shape;3731;p28">
            <a:extLst>
              <a:ext uri="{FF2B5EF4-FFF2-40B4-BE49-F238E27FC236}">
                <a16:creationId xmlns:a16="http://schemas.microsoft.com/office/drawing/2014/main" id="{3C3FBA41-54A2-C9D6-0EB2-30C8132F0516}"/>
              </a:ext>
            </a:extLst>
          </p:cNvPr>
          <p:cNvSpPr txBox="1">
            <a:spLocks/>
          </p:cNvSpPr>
          <p:nvPr/>
        </p:nvSpPr>
        <p:spPr>
          <a:xfrm>
            <a:off x="3794313" y="3561104"/>
            <a:ext cx="25032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s-ES" i="1" dirty="0"/>
              <a:t>INSIGHTS</a:t>
            </a:r>
          </a:p>
        </p:txBody>
      </p:sp>
      <p:sp>
        <p:nvSpPr>
          <p:cNvPr id="3" name="Google Shape;3732;p28">
            <a:extLst>
              <a:ext uri="{FF2B5EF4-FFF2-40B4-BE49-F238E27FC236}">
                <a16:creationId xmlns:a16="http://schemas.microsoft.com/office/drawing/2014/main" id="{8497D4FA-CF60-A8F8-3682-015734A7FDA7}"/>
              </a:ext>
            </a:extLst>
          </p:cNvPr>
          <p:cNvSpPr txBox="1">
            <a:spLocks/>
          </p:cNvSpPr>
          <p:nvPr/>
        </p:nvSpPr>
        <p:spPr>
          <a:xfrm>
            <a:off x="3794313" y="3872524"/>
            <a:ext cx="25032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500" b="0" i="0" u="none" strike="noStrike" cap="none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"/>
              <a:buNone/>
              <a:defRPr sz="1400" b="1" i="0" u="none" strike="noStrike" cap="non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s-ES" dirty="0"/>
              <a:t>Visualización y</a:t>
            </a:r>
          </a:p>
          <a:p>
            <a:r>
              <a:rPr lang="es-ES" dirty="0"/>
              <a:t>Minería de Datos.</a:t>
            </a:r>
          </a:p>
        </p:txBody>
      </p:sp>
      <p:sp>
        <p:nvSpPr>
          <p:cNvPr id="4" name="Google Shape;3733;p28">
            <a:extLst>
              <a:ext uri="{FF2B5EF4-FFF2-40B4-BE49-F238E27FC236}">
                <a16:creationId xmlns:a16="http://schemas.microsoft.com/office/drawing/2014/main" id="{8638E304-9A1D-AEE5-152D-DB460F39325D}"/>
              </a:ext>
            </a:extLst>
          </p:cNvPr>
          <p:cNvSpPr txBox="1">
            <a:spLocks/>
          </p:cNvSpPr>
          <p:nvPr/>
        </p:nvSpPr>
        <p:spPr>
          <a:xfrm>
            <a:off x="4632351" y="3066317"/>
            <a:ext cx="8271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200" b="1" i="0" u="none" strike="noStrike" cap="none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Fjalla One"/>
              <a:buNone/>
              <a:defRPr sz="3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5" name="Google Shape;3740;p29">
            <a:extLst>
              <a:ext uri="{FF2B5EF4-FFF2-40B4-BE49-F238E27FC236}">
                <a16:creationId xmlns:a16="http://schemas.microsoft.com/office/drawing/2014/main" id="{00A0975F-E16C-695B-6F5E-A93966E42EAA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29"/>
          <p:cNvSpPr txBox="1">
            <a:spLocks noGrp="1"/>
          </p:cNvSpPr>
          <p:nvPr>
            <p:ph type="title"/>
          </p:nvPr>
        </p:nvSpPr>
        <p:spPr>
          <a:xfrm>
            <a:off x="2936950" y="1526450"/>
            <a:ext cx="3560700" cy="17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chemeClr val="accent2"/>
                </a:highlight>
              </a:rPr>
              <a:t>RESUMEN</a:t>
            </a:r>
            <a:r>
              <a:rPr lang="en">
                <a:solidFill>
                  <a:schemeClr val="accent2"/>
                </a:solidFill>
              </a:rPr>
              <a:t> PROPUESTA</a:t>
            </a:r>
            <a:endParaRPr u="sng">
              <a:solidFill>
                <a:schemeClr val="accent2"/>
              </a:solidFill>
            </a:endParaRPr>
          </a:p>
        </p:txBody>
      </p:sp>
      <p:sp>
        <p:nvSpPr>
          <p:cNvPr id="3740" name="Google Shape;3740;p29"/>
          <p:cNvSpPr txBox="1">
            <a:spLocks noGrp="1"/>
          </p:cNvSpPr>
          <p:nvPr>
            <p:ph type="title" idx="2"/>
          </p:nvPr>
        </p:nvSpPr>
        <p:spPr>
          <a:xfrm>
            <a:off x="1111874" y="2444492"/>
            <a:ext cx="1708800" cy="15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741" name="Google Shape;3741;p29"/>
          <p:cNvSpPr txBox="1">
            <a:spLocks noGrp="1"/>
          </p:cNvSpPr>
          <p:nvPr>
            <p:ph type="subTitle" idx="1"/>
          </p:nvPr>
        </p:nvSpPr>
        <p:spPr>
          <a:xfrm>
            <a:off x="3027377" y="3285325"/>
            <a:ext cx="2732972" cy="5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s-ES"/>
              <a:t>Introducción, Objetivos Generales y ¿Por Qué?</a:t>
            </a:r>
          </a:p>
        </p:txBody>
      </p:sp>
      <p:grpSp>
        <p:nvGrpSpPr>
          <p:cNvPr id="3742" name="Google Shape;3742;p29"/>
          <p:cNvGrpSpPr/>
          <p:nvPr/>
        </p:nvGrpSpPr>
        <p:grpSpPr>
          <a:xfrm>
            <a:off x="5695145" y="942925"/>
            <a:ext cx="1162595" cy="1103546"/>
            <a:chOff x="532200" y="1217125"/>
            <a:chExt cx="2441400" cy="2317400"/>
          </a:xfrm>
        </p:grpSpPr>
        <p:sp>
          <p:nvSpPr>
            <p:cNvPr id="3743" name="Google Shape;3743;p29"/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9"/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EEF86FFC-941B-A572-4C0E-3D366B5A2DBC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30"/>
          <p:cNvSpPr txBox="1">
            <a:spLocks noGrp="1"/>
          </p:cNvSpPr>
          <p:nvPr>
            <p:ph type="title"/>
          </p:nvPr>
        </p:nvSpPr>
        <p:spPr>
          <a:xfrm>
            <a:off x="2226375" y="445025"/>
            <a:ext cx="4691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2"/>
                </a:solidFill>
                <a:highlight>
                  <a:schemeClr val="accent2"/>
                </a:highlight>
              </a:rPr>
              <a:t>INTRODUCCIÓN</a:t>
            </a:r>
            <a:br>
              <a:rPr lang="en">
                <a:solidFill>
                  <a:schemeClr val="lt2"/>
                </a:solidFill>
                <a:highlight>
                  <a:schemeClr val="accent2"/>
                </a:highlight>
              </a:rPr>
            </a:br>
            <a:r>
              <a:rPr lang="en">
                <a:solidFill>
                  <a:schemeClr val="accent2"/>
                </a:solidFill>
              </a:rPr>
              <a:t>OBJETIVOS GENERALES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8049D92-41FB-FAF1-F793-3BFF34D3B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761" y="1364882"/>
            <a:ext cx="1880337" cy="188033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361451B-EF44-5AD5-DC1C-8B5FF7AF7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404" y="1630219"/>
            <a:ext cx="1485595" cy="97963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943B35D-2ACE-4E2B-42F8-D20269EF4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161" y="1364882"/>
            <a:ext cx="1689284" cy="168928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A5EFFDB-A331-0078-A118-C926FECEB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152" y="3245218"/>
            <a:ext cx="1250271" cy="125027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23F358F-CFA4-F579-902B-D30A556922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6086" y="3245219"/>
            <a:ext cx="1250271" cy="1250271"/>
          </a:xfrm>
          <a:prstGeom prst="rect">
            <a:avLst/>
          </a:prstGeom>
        </p:spPr>
      </p:pic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938F0F0B-10C1-DD1D-3D41-F51CF12F6C8B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4">
          <a:extLst>
            <a:ext uri="{FF2B5EF4-FFF2-40B4-BE49-F238E27FC236}">
              <a16:creationId xmlns:a16="http://schemas.microsoft.com/office/drawing/2014/main" id="{3F6C11DA-9F81-9D43-B58C-92F8C457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5" name="Google Shape;3755;p31">
            <a:extLst>
              <a:ext uri="{FF2B5EF4-FFF2-40B4-BE49-F238E27FC236}">
                <a16:creationId xmlns:a16="http://schemas.microsoft.com/office/drawing/2014/main" id="{755CEECF-1BBD-A1D4-4987-934B44FF7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8272" y="388334"/>
            <a:ext cx="6441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/>
              <a:t>¿ </a:t>
            </a:r>
            <a:r>
              <a:rPr lang="en">
                <a:highlight>
                  <a:schemeClr val="accent2"/>
                </a:highlight>
              </a:rPr>
              <a:t> </a:t>
            </a:r>
            <a:r>
              <a:rPr lang="en">
                <a:solidFill>
                  <a:schemeClr val="lt2"/>
                </a:solidFill>
                <a:highlight>
                  <a:schemeClr val="accent2"/>
                </a:highlight>
              </a:rPr>
              <a:t>POR QUÉ</a:t>
            </a:r>
            <a:r>
              <a:rPr lang="en">
                <a:solidFill>
                  <a:schemeClr val="accent2"/>
                </a:solidFill>
              </a:rPr>
              <a:t> ESTE DATASET ?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760" name="Google Shape;3760;p31">
            <a:extLst>
              <a:ext uri="{FF2B5EF4-FFF2-40B4-BE49-F238E27FC236}">
                <a16:creationId xmlns:a16="http://schemas.microsoft.com/office/drawing/2014/main" id="{A5FEF273-50E2-0C84-ACBD-EE65F0DD0553}"/>
              </a:ext>
            </a:extLst>
          </p:cNvPr>
          <p:cNvSpPr/>
          <p:nvPr/>
        </p:nvSpPr>
        <p:spPr>
          <a:xfrm rot="10800000" flipH="1">
            <a:off x="3064370" y="1454517"/>
            <a:ext cx="832500" cy="7239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1" name="Google Shape;3761;p31">
            <a:extLst>
              <a:ext uri="{FF2B5EF4-FFF2-40B4-BE49-F238E27FC236}">
                <a16:creationId xmlns:a16="http://schemas.microsoft.com/office/drawing/2014/main" id="{9526AEE8-102D-DC03-1AC7-4FF6426B671C}"/>
              </a:ext>
            </a:extLst>
          </p:cNvPr>
          <p:cNvSpPr/>
          <p:nvPr/>
        </p:nvSpPr>
        <p:spPr>
          <a:xfrm rot="10800000" flipH="1">
            <a:off x="3064370" y="2995692"/>
            <a:ext cx="832500" cy="7239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2" name="Google Shape;3762;p31">
            <a:extLst>
              <a:ext uri="{FF2B5EF4-FFF2-40B4-BE49-F238E27FC236}">
                <a16:creationId xmlns:a16="http://schemas.microsoft.com/office/drawing/2014/main" id="{7A4E56B7-62A9-18DA-FE72-03A09839E4F8}"/>
              </a:ext>
            </a:extLst>
          </p:cNvPr>
          <p:cNvGrpSpPr/>
          <p:nvPr/>
        </p:nvGrpSpPr>
        <p:grpSpPr>
          <a:xfrm>
            <a:off x="3282894" y="3150629"/>
            <a:ext cx="395452" cy="414025"/>
            <a:chOff x="7415050" y="3198375"/>
            <a:chExt cx="414650" cy="434125"/>
          </a:xfrm>
        </p:grpSpPr>
        <p:sp>
          <p:nvSpPr>
            <p:cNvPr id="3763" name="Google Shape;3763;p31">
              <a:extLst>
                <a:ext uri="{FF2B5EF4-FFF2-40B4-BE49-F238E27FC236}">
                  <a16:creationId xmlns:a16="http://schemas.microsoft.com/office/drawing/2014/main" id="{EDBEF43A-6141-A3F5-6DC4-F76BE768ADA1}"/>
                </a:ext>
              </a:extLst>
            </p:cNvPr>
            <p:cNvSpPr/>
            <p:nvPr/>
          </p:nvSpPr>
          <p:spPr>
            <a:xfrm>
              <a:off x="7415050" y="3198375"/>
              <a:ext cx="414650" cy="434125"/>
            </a:xfrm>
            <a:custGeom>
              <a:avLst/>
              <a:gdLst/>
              <a:ahLst/>
              <a:cxnLst/>
              <a:rect l="l" t="t" r="r" b="b"/>
              <a:pathLst>
                <a:path w="16586" h="17365" extrusionOk="0">
                  <a:moveTo>
                    <a:pt x="8740" y="4299"/>
                  </a:moveTo>
                  <a:cubicBezTo>
                    <a:pt x="11264" y="4549"/>
                    <a:pt x="13252" y="6549"/>
                    <a:pt x="13502" y="9073"/>
                  </a:cubicBezTo>
                  <a:lnTo>
                    <a:pt x="12442" y="9073"/>
                  </a:lnTo>
                  <a:cubicBezTo>
                    <a:pt x="12133" y="9073"/>
                    <a:pt x="11895" y="9335"/>
                    <a:pt x="11930" y="9633"/>
                  </a:cubicBezTo>
                  <a:cubicBezTo>
                    <a:pt x="11966" y="9895"/>
                    <a:pt x="12192" y="10085"/>
                    <a:pt x="12466" y="10085"/>
                  </a:cubicBezTo>
                  <a:lnTo>
                    <a:pt x="13502" y="10085"/>
                  </a:lnTo>
                  <a:cubicBezTo>
                    <a:pt x="13252" y="12609"/>
                    <a:pt x="11264" y="14610"/>
                    <a:pt x="8740" y="14860"/>
                  </a:cubicBezTo>
                  <a:lnTo>
                    <a:pt x="8740" y="13800"/>
                  </a:lnTo>
                  <a:cubicBezTo>
                    <a:pt x="8740" y="13538"/>
                    <a:pt x="8549" y="13312"/>
                    <a:pt x="8299" y="13276"/>
                  </a:cubicBezTo>
                  <a:cubicBezTo>
                    <a:pt x="8278" y="13274"/>
                    <a:pt x="8258" y="13273"/>
                    <a:pt x="8238" y="13273"/>
                  </a:cubicBezTo>
                  <a:cubicBezTo>
                    <a:pt x="7956" y="13273"/>
                    <a:pt x="7728" y="13499"/>
                    <a:pt x="7728" y="13788"/>
                  </a:cubicBezTo>
                  <a:lnTo>
                    <a:pt x="7728" y="14860"/>
                  </a:lnTo>
                  <a:cubicBezTo>
                    <a:pt x="5203" y="14610"/>
                    <a:pt x="3203" y="12609"/>
                    <a:pt x="2965" y="10085"/>
                  </a:cubicBezTo>
                  <a:lnTo>
                    <a:pt x="4001" y="10085"/>
                  </a:lnTo>
                  <a:cubicBezTo>
                    <a:pt x="4263" y="10085"/>
                    <a:pt x="4489" y="9895"/>
                    <a:pt x="4525" y="9633"/>
                  </a:cubicBezTo>
                  <a:cubicBezTo>
                    <a:pt x="4561" y="9335"/>
                    <a:pt x="4322" y="9073"/>
                    <a:pt x="4025" y="9073"/>
                  </a:cubicBezTo>
                  <a:lnTo>
                    <a:pt x="2965" y="9073"/>
                  </a:lnTo>
                  <a:cubicBezTo>
                    <a:pt x="3203" y="6549"/>
                    <a:pt x="5203" y="4549"/>
                    <a:pt x="7728" y="4299"/>
                  </a:cubicBezTo>
                  <a:lnTo>
                    <a:pt x="7728" y="5359"/>
                  </a:lnTo>
                  <a:cubicBezTo>
                    <a:pt x="7716" y="5609"/>
                    <a:pt x="7906" y="5835"/>
                    <a:pt x="8168" y="5871"/>
                  </a:cubicBezTo>
                  <a:cubicBezTo>
                    <a:pt x="8188" y="5873"/>
                    <a:pt x="8208" y="5874"/>
                    <a:pt x="8228" y="5874"/>
                  </a:cubicBezTo>
                  <a:cubicBezTo>
                    <a:pt x="8501" y="5874"/>
                    <a:pt x="8740" y="5648"/>
                    <a:pt x="8740" y="5370"/>
                  </a:cubicBezTo>
                  <a:lnTo>
                    <a:pt x="8740" y="4299"/>
                  </a:lnTo>
                  <a:close/>
                  <a:moveTo>
                    <a:pt x="6989" y="1"/>
                  </a:moveTo>
                  <a:cubicBezTo>
                    <a:pt x="6727" y="1"/>
                    <a:pt x="6501" y="191"/>
                    <a:pt x="6466" y="441"/>
                  </a:cubicBezTo>
                  <a:cubicBezTo>
                    <a:pt x="6430" y="751"/>
                    <a:pt x="6668" y="1013"/>
                    <a:pt x="6977" y="1013"/>
                  </a:cubicBezTo>
                  <a:lnTo>
                    <a:pt x="7716" y="1013"/>
                  </a:lnTo>
                  <a:lnTo>
                    <a:pt x="7716" y="1751"/>
                  </a:lnTo>
                  <a:cubicBezTo>
                    <a:pt x="6430" y="1822"/>
                    <a:pt x="5192" y="2227"/>
                    <a:pt x="4096" y="2918"/>
                  </a:cubicBezTo>
                  <a:lnTo>
                    <a:pt x="3632" y="2442"/>
                  </a:lnTo>
                  <a:cubicBezTo>
                    <a:pt x="3418" y="2227"/>
                    <a:pt x="3144" y="2096"/>
                    <a:pt x="2858" y="2072"/>
                  </a:cubicBezTo>
                  <a:cubicBezTo>
                    <a:pt x="2808" y="2066"/>
                    <a:pt x="2758" y="2063"/>
                    <a:pt x="2708" y="2063"/>
                  </a:cubicBezTo>
                  <a:cubicBezTo>
                    <a:pt x="2388" y="2063"/>
                    <a:pt x="2072" y="2193"/>
                    <a:pt x="1846" y="2430"/>
                  </a:cubicBezTo>
                  <a:lnTo>
                    <a:pt x="1108" y="3168"/>
                  </a:lnTo>
                  <a:cubicBezTo>
                    <a:pt x="620" y="3656"/>
                    <a:pt x="620" y="4442"/>
                    <a:pt x="1108" y="4930"/>
                  </a:cubicBezTo>
                  <a:lnTo>
                    <a:pt x="1596" y="5418"/>
                  </a:lnTo>
                  <a:cubicBezTo>
                    <a:pt x="0" y="7966"/>
                    <a:pt x="12" y="11193"/>
                    <a:pt x="1620" y="13729"/>
                  </a:cubicBezTo>
                  <a:cubicBezTo>
                    <a:pt x="3054" y="16008"/>
                    <a:pt x="5556" y="17364"/>
                    <a:pt x="8209" y="17364"/>
                  </a:cubicBezTo>
                  <a:cubicBezTo>
                    <a:pt x="8508" y="17364"/>
                    <a:pt x="8808" y="17347"/>
                    <a:pt x="9109" y="17312"/>
                  </a:cubicBezTo>
                  <a:cubicBezTo>
                    <a:pt x="12085" y="16979"/>
                    <a:pt x="14609" y="14955"/>
                    <a:pt x="15598" y="12133"/>
                  </a:cubicBezTo>
                  <a:cubicBezTo>
                    <a:pt x="16586" y="9300"/>
                    <a:pt x="15871" y="6144"/>
                    <a:pt x="13752" y="4025"/>
                  </a:cubicBezTo>
                  <a:cubicBezTo>
                    <a:pt x="12419" y="2680"/>
                    <a:pt x="10633" y="1870"/>
                    <a:pt x="8740" y="1751"/>
                  </a:cubicBezTo>
                  <a:lnTo>
                    <a:pt x="8740" y="1013"/>
                  </a:lnTo>
                  <a:lnTo>
                    <a:pt x="9478" y="1013"/>
                  </a:lnTo>
                  <a:cubicBezTo>
                    <a:pt x="9740" y="1013"/>
                    <a:pt x="9954" y="822"/>
                    <a:pt x="9990" y="572"/>
                  </a:cubicBezTo>
                  <a:cubicBezTo>
                    <a:pt x="10025" y="263"/>
                    <a:pt x="9787" y="1"/>
                    <a:pt x="94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1">
              <a:extLst>
                <a:ext uri="{FF2B5EF4-FFF2-40B4-BE49-F238E27FC236}">
                  <a16:creationId xmlns:a16="http://schemas.microsoft.com/office/drawing/2014/main" id="{C0F7B0E8-4701-DDE1-D21D-A308465C1DDC}"/>
                </a:ext>
              </a:extLst>
            </p:cNvPr>
            <p:cNvSpPr/>
            <p:nvPr/>
          </p:nvSpPr>
          <p:spPr>
            <a:xfrm>
              <a:off x="7609125" y="3365875"/>
              <a:ext cx="56850" cy="89725"/>
            </a:xfrm>
            <a:custGeom>
              <a:avLst/>
              <a:gdLst/>
              <a:ahLst/>
              <a:cxnLst/>
              <a:rect l="l" t="t" r="r" b="b"/>
              <a:pathLst>
                <a:path w="2274" h="3589" extrusionOk="0">
                  <a:moveTo>
                    <a:pt x="510" y="0"/>
                  </a:moveTo>
                  <a:cubicBezTo>
                    <a:pt x="228" y="0"/>
                    <a:pt x="0" y="227"/>
                    <a:pt x="0" y="516"/>
                  </a:cubicBezTo>
                  <a:lnTo>
                    <a:pt x="0" y="3088"/>
                  </a:lnTo>
                  <a:cubicBezTo>
                    <a:pt x="0" y="3355"/>
                    <a:pt x="216" y="3588"/>
                    <a:pt x="492" y="3588"/>
                  </a:cubicBezTo>
                  <a:cubicBezTo>
                    <a:pt x="499" y="3588"/>
                    <a:pt x="505" y="3588"/>
                    <a:pt x="512" y="3588"/>
                  </a:cubicBezTo>
                  <a:lnTo>
                    <a:pt x="1739" y="3588"/>
                  </a:lnTo>
                  <a:cubicBezTo>
                    <a:pt x="1745" y="3588"/>
                    <a:pt x="1752" y="3588"/>
                    <a:pt x="1758" y="3588"/>
                  </a:cubicBezTo>
                  <a:cubicBezTo>
                    <a:pt x="2058" y="3588"/>
                    <a:pt x="2274" y="3320"/>
                    <a:pt x="2251" y="3028"/>
                  </a:cubicBezTo>
                  <a:cubicBezTo>
                    <a:pt x="2215" y="2766"/>
                    <a:pt x="1989" y="2564"/>
                    <a:pt x="1727" y="2564"/>
                  </a:cubicBezTo>
                  <a:lnTo>
                    <a:pt x="1012" y="2564"/>
                  </a:lnTo>
                  <a:lnTo>
                    <a:pt x="1012" y="528"/>
                  </a:lnTo>
                  <a:cubicBezTo>
                    <a:pt x="1024" y="266"/>
                    <a:pt x="822" y="40"/>
                    <a:pt x="572" y="4"/>
                  </a:cubicBezTo>
                  <a:cubicBezTo>
                    <a:pt x="551" y="2"/>
                    <a:pt x="531" y="0"/>
                    <a:pt x="5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5" name="Google Shape;3765;p31">
            <a:extLst>
              <a:ext uri="{FF2B5EF4-FFF2-40B4-BE49-F238E27FC236}">
                <a16:creationId xmlns:a16="http://schemas.microsoft.com/office/drawing/2014/main" id="{624C31DB-25EE-3C07-1A52-A923C312B115}"/>
              </a:ext>
            </a:extLst>
          </p:cNvPr>
          <p:cNvGrpSpPr/>
          <p:nvPr/>
        </p:nvGrpSpPr>
        <p:grpSpPr>
          <a:xfrm>
            <a:off x="3282179" y="1608930"/>
            <a:ext cx="396882" cy="415074"/>
            <a:chOff x="4772450" y="1830350"/>
            <a:chExt cx="416150" cy="435225"/>
          </a:xfrm>
        </p:grpSpPr>
        <p:sp>
          <p:nvSpPr>
            <p:cNvPr id="3766" name="Google Shape;3766;p31">
              <a:extLst>
                <a:ext uri="{FF2B5EF4-FFF2-40B4-BE49-F238E27FC236}">
                  <a16:creationId xmlns:a16="http://schemas.microsoft.com/office/drawing/2014/main" id="{BDE84C28-C82D-4F62-012B-C3CBB1EB4AE1}"/>
                </a:ext>
              </a:extLst>
            </p:cNvPr>
            <p:cNvSpPr/>
            <p:nvPr/>
          </p:nvSpPr>
          <p:spPr>
            <a:xfrm>
              <a:off x="4772450" y="1830350"/>
              <a:ext cx="416150" cy="435225"/>
            </a:xfrm>
            <a:custGeom>
              <a:avLst/>
              <a:gdLst/>
              <a:ahLst/>
              <a:cxnLst/>
              <a:rect l="l" t="t" r="r" b="b"/>
              <a:pathLst>
                <a:path w="16646" h="17409" extrusionOk="0">
                  <a:moveTo>
                    <a:pt x="4872" y="1713"/>
                  </a:moveTo>
                  <a:cubicBezTo>
                    <a:pt x="5269" y="1713"/>
                    <a:pt x="5605" y="2219"/>
                    <a:pt x="5239" y="2584"/>
                  </a:cubicBezTo>
                  <a:lnTo>
                    <a:pt x="4966" y="2870"/>
                  </a:lnTo>
                  <a:lnTo>
                    <a:pt x="5239" y="3144"/>
                  </a:lnTo>
                  <a:cubicBezTo>
                    <a:pt x="5442" y="3346"/>
                    <a:pt x="5442" y="3668"/>
                    <a:pt x="5239" y="3858"/>
                  </a:cubicBezTo>
                  <a:cubicBezTo>
                    <a:pt x="5138" y="3960"/>
                    <a:pt x="5007" y="4010"/>
                    <a:pt x="4876" y="4010"/>
                  </a:cubicBezTo>
                  <a:cubicBezTo>
                    <a:pt x="4745" y="4010"/>
                    <a:pt x="4614" y="3960"/>
                    <a:pt x="4513" y="3858"/>
                  </a:cubicBezTo>
                  <a:lnTo>
                    <a:pt x="4239" y="3585"/>
                  </a:lnTo>
                  <a:lnTo>
                    <a:pt x="3966" y="3858"/>
                  </a:lnTo>
                  <a:cubicBezTo>
                    <a:pt x="3870" y="3954"/>
                    <a:pt x="3739" y="4013"/>
                    <a:pt x="3608" y="4013"/>
                  </a:cubicBezTo>
                  <a:cubicBezTo>
                    <a:pt x="3156" y="4013"/>
                    <a:pt x="2918" y="3465"/>
                    <a:pt x="3239" y="3144"/>
                  </a:cubicBezTo>
                  <a:lnTo>
                    <a:pt x="3525" y="2870"/>
                  </a:lnTo>
                  <a:lnTo>
                    <a:pt x="3239" y="2584"/>
                  </a:lnTo>
                  <a:cubicBezTo>
                    <a:pt x="3049" y="2394"/>
                    <a:pt x="3049" y="2072"/>
                    <a:pt x="3239" y="1870"/>
                  </a:cubicBezTo>
                  <a:cubicBezTo>
                    <a:pt x="3340" y="1769"/>
                    <a:pt x="3471" y="1718"/>
                    <a:pt x="3602" y="1718"/>
                  </a:cubicBezTo>
                  <a:cubicBezTo>
                    <a:pt x="3733" y="1718"/>
                    <a:pt x="3864" y="1769"/>
                    <a:pt x="3966" y="1870"/>
                  </a:cubicBezTo>
                  <a:lnTo>
                    <a:pt x="4239" y="2144"/>
                  </a:lnTo>
                  <a:lnTo>
                    <a:pt x="4513" y="1870"/>
                  </a:lnTo>
                  <a:cubicBezTo>
                    <a:pt x="4627" y="1759"/>
                    <a:pt x="4752" y="1713"/>
                    <a:pt x="4872" y="1713"/>
                  </a:cubicBezTo>
                  <a:close/>
                  <a:moveTo>
                    <a:pt x="13031" y="1708"/>
                  </a:moveTo>
                  <a:cubicBezTo>
                    <a:pt x="13426" y="1708"/>
                    <a:pt x="13760" y="2220"/>
                    <a:pt x="13395" y="2584"/>
                  </a:cubicBezTo>
                  <a:lnTo>
                    <a:pt x="13110" y="2870"/>
                  </a:lnTo>
                  <a:lnTo>
                    <a:pt x="13395" y="3144"/>
                  </a:lnTo>
                  <a:cubicBezTo>
                    <a:pt x="13760" y="3509"/>
                    <a:pt x="13426" y="4020"/>
                    <a:pt x="13031" y="4020"/>
                  </a:cubicBezTo>
                  <a:cubicBezTo>
                    <a:pt x="12910" y="4020"/>
                    <a:pt x="12783" y="3973"/>
                    <a:pt x="12669" y="3858"/>
                  </a:cubicBezTo>
                  <a:lnTo>
                    <a:pt x="12395" y="3585"/>
                  </a:lnTo>
                  <a:lnTo>
                    <a:pt x="12121" y="3858"/>
                  </a:lnTo>
                  <a:cubicBezTo>
                    <a:pt x="12007" y="3973"/>
                    <a:pt x="11880" y="4020"/>
                    <a:pt x="11760" y="4020"/>
                  </a:cubicBezTo>
                  <a:cubicBezTo>
                    <a:pt x="11364" y="4020"/>
                    <a:pt x="11030" y="3509"/>
                    <a:pt x="11395" y="3144"/>
                  </a:cubicBezTo>
                  <a:lnTo>
                    <a:pt x="11681" y="2870"/>
                  </a:lnTo>
                  <a:lnTo>
                    <a:pt x="11395" y="2584"/>
                  </a:lnTo>
                  <a:cubicBezTo>
                    <a:pt x="11205" y="2394"/>
                    <a:pt x="11193" y="2072"/>
                    <a:pt x="11395" y="1870"/>
                  </a:cubicBezTo>
                  <a:cubicBezTo>
                    <a:pt x="11496" y="1769"/>
                    <a:pt x="11627" y="1718"/>
                    <a:pt x="11758" y="1718"/>
                  </a:cubicBezTo>
                  <a:cubicBezTo>
                    <a:pt x="11889" y="1718"/>
                    <a:pt x="12020" y="1769"/>
                    <a:pt x="12121" y="1870"/>
                  </a:cubicBezTo>
                  <a:lnTo>
                    <a:pt x="12395" y="2144"/>
                  </a:lnTo>
                  <a:lnTo>
                    <a:pt x="12669" y="1870"/>
                  </a:lnTo>
                  <a:cubicBezTo>
                    <a:pt x="12783" y="1756"/>
                    <a:pt x="12910" y="1708"/>
                    <a:pt x="13031" y="1708"/>
                  </a:cubicBezTo>
                  <a:close/>
                  <a:moveTo>
                    <a:pt x="3765" y="4755"/>
                  </a:moveTo>
                  <a:cubicBezTo>
                    <a:pt x="4170" y="4755"/>
                    <a:pt x="4520" y="5292"/>
                    <a:pt x="4120" y="5656"/>
                  </a:cubicBezTo>
                  <a:lnTo>
                    <a:pt x="3846" y="5930"/>
                  </a:lnTo>
                  <a:lnTo>
                    <a:pt x="4120" y="6204"/>
                  </a:lnTo>
                  <a:cubicBezTo>
                    <a:pt x="4519" y="6576"/>
                    <a:pt x="4172" y="7107"/>
                    <a:pt x="3768" y="7107"/>
                  </a:cubicBezTo>
                  <a:cubicBezTo>
                    <a:pt x="3642" y="7107"/>
                    <a:pt x="3510" y="7055"/>
                    <a:pt x="3394" y="6930"/>
                  </a:cubicBezTo>
                  <a:lnTo>
                    <a:pt x="3120" y="6656"/>
                  </a:lnTo>
                  <a:lnTo>
                    <a:pt x="2846" y="6930"/>
                  </a:lnTo>
                  <a:cubicBezTo>
                    <a:pt x="2751" y="7025"/>
                    <a:pt x="2620" y="7085"/>
                    <a:pt x="2489" y="7085"/>
                  </a:cubicBezTo>
                  <a:lnTo>
                    <a:pt x="2489" y="7073"/>
                  </a:lnTo>
                  <a:cubicBezTo>
                    <a:pt x="2037" y="7073"/>
                    <a:pt x="1810" y="6525"/>
                    <a:pt x="2132" y="6204"/>
                  </a:cubicBezTo>
                  <a:lnTo>
                    <a:pt x="2406" y="5930"/>
                  </a:lnTo>
                  <a:lnTo>
                    <a:pt x="2132" y="5656"/>
                  </a:lnTo>
                  <a:cubicBezTo>
                    <a:pt x="1756" y="5289"/>
                    <a:pt x="2100" y="4774"/>
                    <a:pt x="2496" y="4774"/>
                  </a:cubicBezTo>
                  <a:cubicBezTo>
                    <a:pt x="2614" y="4774"/>
                    <a:pt x="2737" y="4820"/>
                    <a:pt x="2846" y="4930"/>
                  </a:cubicBezTo>
                  <a:lnTo>
                    <a:pt x="3120" y="5216"/>
                  </a:lnTo>
                  <a:lnTo>
                    <a:pt x="3394" y="4930"/>
                  </a:lnTo>
                  <a:cubicBezTo>
                    <a:pt x="3509" y="4806"/>
                    <a:pt x="3640" y="4755"/>
                    <a:pt x="3765" y="4755"/>
                  </a:cubicBezTo>
                  <a:close/>
                  <a:moveTo>
                    <a:pt x="12869" y="4755"/>
                  </a:moveTo>
                  <a:cubicBezTo>
                    <a:pt x="12995" y="4755"/>
                    <a:pt x="13125" y="4806"/>
                    <a:pt x="13240" y="4930"/>
                  </a:cubicBezTo>
                  <a:lnTo>
                    <a:pt x="13514" y="5216"/>
                  </a:lnTo>
                  <a:lnTo>
                    <a:pt x="13788" y="4930"/>
                  </a:lnTo>
                  <a:cubicBezTo>
                    <a:pt x="13898" y="4820"/>
                    <a:pt x="14020" y="4774"/>
                    <a:pt x="14139" y="4774"/>
                  </a:cubicBezTo>
                  <a:cubicBezTo>
                    <a:pt x="14535" y="4774"/>
                    <a:pt x="14881" y="5289"/>
                    <a:pt x="14514" y="5656"/>
                  </a:cubicBezTo>
                  <a:lnTo>
                    <a:pt x="14229" y="5930"/>
                  </a:lnTo>
                  <a:lnTo>
                    <a:pt x="14514" y="6204"/>
                  </a:lnTo>
                  <a:cubicBezTo>
                    <a:pt x="14880" y="6579"/>
                    <a:pt x="14537" y="7087"/>
                    <a:pt x="14142" y="7087"/>
                  </a:cubicBezTo>
                  <a:cubicBezTo>
                    <a:pt x="14023" y="7087"/>
                    <a:pt x="13899" y="7041"/>
                    <a:pt x="13788" y="6930"/>
                  </a:cubicBezTo>
                  <a:lnTo>
                    <a:pt x="13514" y="6656"/>
                  </a:lnTo>
                  <a:lnTo>
                    <a:pt x="13240" y="6930"/>
                  </a:lnTo>
                  <a:cubicBezTo>
                    <a:pt x="13124" y="7055"/>
                    <a:pt x="12993" y="7107"/>
                    <a:pt x="12866" y="7107"/>
                  </a:cubicBezTo>
                  <a:cubicBezTo>
                    <a:pt x="12462" y="7107"/>
                    <a:pt x="12115" y="6576"/>
                    <a:pt x="12514" y="6204"/>
                  </a:cubicBezTo>
                  <a:lnTo>
                    <a:pt x="12788" y="5930"/>
                  </a:lnTo>
                  <a:lnTo>
                    <a:pt x="12514" y="5656"/>
                  </a:lnTo>
                  <a:cubicBezTo>
                    <a:pt x="12114" y="5292"/>
                    <a:pt x="12464" y="4755"/>
                    <a:pt x="12869" y="4755"/>
                  </a:cubicBezTo>
                  <a:close/>
                  <a:moveTo>
                    <a:pt x="4859" y="7859"/>
                  </a:moveTo>
                  <a:cubicBezTo>
                    <a:pt x="5248" y="7859"/>
                    <a:pt x="5571" y="8348"/>
                    <a:pt x="5239" y="8716"/>
                  </a:cubicBezTo>
                  <a:lnTo>
                    <a:pt x="4966" y="9002"/>
                  </a:lnTo>
                  <a:lnTo>
                    <a:pt x="5239" y="9276"/>
                  </a:lnTo>
                  <a:cubicBezTo>
                    <a:pt x="5604" y="9641"/>
                    <a:pt x="5270" y="10152"/>
                    <a:pt x="4875" y="10152"/>
                  </a:cubicBezTo>
                  <a:cubicBezTo>
                    <a:pt x="4754" y="10152"/>
                    <a:pt x="4627" y="10104"/>
                    <a:pt x="4513" y="9990"/>
                  </a:cubicBezTo>
                  <a:lnTo>
                    <a:pt x="4239" y="9716"/>
                  </a:lnTo>
                  <a:lnTo>
                    <a:pt x="3966" y="9990"/>
                  </a:lnTo>
                  <a:cubicBezTo>
                    <a:pt x="3864" y="10091"/>
                    <a:pt x="3733" y="10142"/>
                    <a:pt x="3602" y="10142"/>
                  </a:cubicBezTo>
                  <a:cubicBezTo>
                    <a:pt x="3471" y="10142"/>
                    <a:pt x="3340" y="10091"/>
                    <a:pt x="3239" y="9990"/>
                  </a:cubicBezTo>
                  <a:cubicBezTo>
                    <a:pt x="3049" y="9800"/>
                    <a:pt x="3049" y="9478"/>
                    <a:pt x="3239" y="9276"/>
                  </a:cubicBezTo>
                  <a:lnTo>
                    <a:pt x="3525" y="9002"/>
                  </a:lnTo>
                  <a:lnTo>
                    <a:pt x="3239" y="8716"/>
                  </a:lnTo>
                  <a:cubicBezTo>
                    <a:pt x="2908" y="8348"/>
                    <a:pt x="3238" y="7859"/>
                    <a:pt x="3625" y="7859"/>
                  </a:cubicBezTo>
                  <a:cubicBezTo>
                    <a:pt x="3739" y="7859"/>
                    <a:pt x="3857" y="7902"/>
                    <a:pt x="3966" y="8002"/>
                  </a:cubicBezTo>
                  <a:lnTo>
                    <a:pt x="4239" y="8276"/>
                  </a:lnTo>
                  <a:lnTo>
                    <a:pt x="4513" y="8002"/>
                  </a:lnTo>
                  <a:cubicBezTo>
                    <a:pt x="4624" y="7902"/>
                    <a:pt x="4744" y="7859"/>
                    <a:pt x="4859" y="7859"/>
                  </a:cubicBezTo>
                  <a:close/>
                  <a:moveTo>
                    <a:pt x="13015" y="7859"/>
                  </a:moveTo>
                  <a:cubicBezTo>
                    <a:pt x="13404" y="7859"/>
                    <a:pt x="13726" y="8348"/>
                    <a:pt x="13395" y="8716"/>
                  </a:cubicBezTo>
                  <a:lnTo>
                    <a:pt x="13121" y="9002"/>
                  </a:lnTo>
                  <a:lnTo>
                    <a:pt x="13395" y="9276"/>
                  </a:lnTo>
                  <a:cubicBezTo>
                    <a:pt x="13717" y="9597"/>
                    <a:pt x="13491" y="10145"/>
                    <a:pt x="13038" y="10145"/>
                  </a:cubicBezTo>
                  <a:cubicBezTo>
                    <a:pt x="12895" y="10145"/>
                    <a:pt x="12764" y="10085"/>
                    <a:pt x="12669" y="9990"/>
                  </a:cubicBezTo>
                  <a:lnTo>
                    <a:pt x="12395" y="9716"/>
                  </a:lnTo>
                  <a:lnTo>
                    <a:pt x="12121" y="9990"/>
                  </a:lnTo>
                  <a:cubicBezTo>
                    <a:pt x="12007" y="10104"/>
                    <a:pt x="11880" y="10152"/>
                    <a:pt x="11760" y="10152"/>
                  </a:cubicBezTo>
                  <a:cubicBezTo>
                    <a:pt x="11364" y="10152"/>
                    <a:pt x="11030" y="9641"/>
                    <a:pt x="11395" y="9276"/>
                  </a:cubicBezTo>
                  <a:lnTo>
                    <a:pt x="11681" y="9002"/>
                  </a:lnTo>
                  <a:lnTo>
                    <a:pt x="11395" y="8716"/>
                  </a:lnTo>
                  <a:cubicBezTo>
                    <a:pt x="11064" y="8348"/>
                    <a:pt x="11387" y="7859"/>
                    <a:pt x="11776" y="7859"/>
                  </a:cubicBezTo>
                  <a:cubicBezTo>
                    <a:pt x="11890" y="7859"/>
                    <a:pt x="12010" y="7902"/>
                    <a:pt x="12121" y="8002"/>
                  </a:cubicBezTo>
                  <a:lnTo>
                    <a:pt x="12395" y="8276"/>
                  </a:lnTo>
                  <a:lnTo>
                    <a:pt x="12669" y="8002"/>
                  </a:lnTo>
                  <a:cubicBezTo>
                    <a:pt x="12780" y="7902"/>
                    <a:pt x="12900" y="7859"/>
                    <a:pt x="13015" y="7859"/>
                  </a:cubicBezTo>
                  <a:close/>
                  <a:moveTo>
                    <a:pt x="8823" y="1"/>
                  </a:moveTo>
                  <a:lnTo>
                    <a:pt x="8823" y="3573"/>
                  </a:lnTo>
                  <a:cubicBezTo>
                    <a:pt x="9942" y="3811"/>
                    <a:pt x="10740" y="4799"/>
                    <a:pt x="10740" y="5942"/>
                  </a:cubicBezTo>
                  <a:cubicBezTo>
                    <a:pt x="10740" y="7085"/>
                    <a:pt x="9942" y="8073"/>
                    <a:pt x="8823" y="8311"/>
                  </a:cubicBezTo>
                  <a:lnTo>
                    <a:pt x="8823" y="11895"/>
                  </a:lnTo>
                  <a:lnTo>
                    <a:pt x="10145" y="11895"/>
                  </a:lnTo>
                  <a:lnTo>
                    <a:pt x="10407" y="13621"/>
                  </a:lnTo>
                  <a:lnTo>
                    <a:pt x="6216" y="13621"/>
                  </a:lnTo>
                  <a:lnTo>
                    <a:pt x="6490" y="11895"/>
                  </a:lnTo>
                  <a:lnTo>
                    <a:pt x="7811" y="11895"/>
                  </a:lnTo>
                  <a:lnTo>
                    <a:pt x="7811" y="8323"/>
                  </a:lnTo>
                  <a:cubicBezTo>
                    <a:pt x="6692" y="8073"/>
                    <a:pt x="5906" y="7085"/>
                    <a:pt x="5906" y="5954"/>
                  </a:cubicBezTo>
                  <a:cubicBezTo>
                    <a:pt x="5906" y="4811"/>
                    <a:pt x="6692" y="3823"/>
                    <a:pt x="7811" y="3585"/>
                  </a:cubicBezTo>
                  <a:lnTo>
                    <a:pt x="7811" y="13"/>
                  </a:lnTo>
                  <a:lnTo>
                    <a:pt x="1013" y="13"/>
                  </a:lnTo>
                  <a:cubicBezTo>
                    <a:pt x="453" y="13"/>
                    <a:pt x="1" y="465"/>
                    <a:pt x="1" y="1037"/>
                  </a:cubicBezTo>
                  <a:lnTo>
                    <a:pt x="1" y="10883"/>
                  </a:lnTo>
                  <a:cubicBezTo>
                    <a:pt x="1" y="11443"/>
                    <a:pt x="453" y="11895"/>
                    <a:pt x="1013" y="11895"/>
                  </a:cubicBezTo>
                  <a:lnTo>
                    <a:pt x="5478" y="11895"/>
                  </a:lnTo>
                  <a:lnTo>
                    <a:pt x="4716" y="16824"/>
                  </a:lnTo>
                  <a:cubicBezTo>
                    <a:pt x="4668" y="17122"/>
                    <a:pt x="4894" y="17396"/>
                    <a:pt x="5204" y="17408"/>
                  </a:cubicBezTo>
                  <a:cubicBezTo>
                    <a:pt x="5212" y="17408"/>
                    <a:pt x="5219" y="17408"/>
                    <a:pt x="5227" y="17408"/>
                  </a:cubicBezTo>
                  <a:cubicBezTo>
                    <a:pt x="5479" y="17408"/>
                    <a:pt x="5693" y="17221"/>
                    <a:pt x="5728" y="16967"/>
                  </a:cubicBezTo>
                  <a:lnTo>
                    <a:pt x="5740" y="16896"/>
                  </a:lnTo>
                  <a:lnTo>
                    <a:pt x="6085" y="14645"/>
                  </a:lnTo>
                  <a:lnTo>
                    <a:pt x="10597" y="14645"/>
                  </a:lnTo>
                  <a:lnTo>
                    <a:pt x="10943" y="16896"/>
                  </a:lnTo>
                  <a:lnTo>
                    <a:pt x="10954" y="16979"/>
                  </a:lnTo>
                  <a:cubicBezTo>
                    <a:pt x="10990" y="17229"/>
                    <a:pt x="11205" y="17408"/>
                    <a:pt x="11455" y="17408"/>
                  </a:cubicBezTo>
                  <a:lnTo>
                    <a:pt x="11538" y="17408"/>
                  </a:lnTo>
                  <a:cubicBezTo>
                    <a:pt x="11812" y="17372"/>
                    <a:pt x="12002" y="17110"/>
                    <a:pt x="11955" y="16824"/>
                  </a:cubicBezTo>
                  <a:lnTo>
                    <a:pt x="11193" y="11907"/>
                  </a:lnTo>
                  <a:lnTo>
                    <a:pt x="15622" y="11907"/>
                  </a:lnTo>
                  <a:cubicBezTo>
                    <a:pt x="16181" y="11907"/>
                    <a:pt x="16646" y="11443"/>
                    <a:pt x="16646" y="10883"/>
                  </a:cubicBezTo>
                  <a:lnTo>
                    <a:pt x="16646" y="1025"/>
                  </a:lnTo>
                  <a:cubicBezTo>
                    <a:pt x="16646" y="453"/>
                    <a:pt x="16181" y="1"/>
                    <a:pt x="15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31">
              <a:extLst>
                <a:ext uri="{FF2B5EF4-FFF2-40B4-BE49-F238E27FC236}">
                  <a16:creationId xmlns:a16="http://schemas.microsoft.com/office/drawing/2014/main" id="{696585A0-9D6F-B632-5F60-9485A745E87D}"/>
                </a:ext>
              </a:extLst>
            </p:cNvPr>
            <p:cNvSpPr/>
            <p:nvPr/>
          </p:nvSpPr>
          <p:spPr>
            <a:xfrm>
              <a:off x="4993025" y="1945850"/>
              <a:ext cx="29775" cy="65500"/>
            </a:xfrm>
            <a:custGeom>
              <a:avLst/>
              <a:gdLst/>
              <a:ahLst/>
              <a:cxnLst/>
              <a:rect l="l" t="t" r="r" b="b"/>
              <a:pathLst>
                <a:path w="1191" h="2620" extrusionOk="0">
                  <a:moveTo>
                    <a:pt x="0" y="0"/>
                  </a:moveTo>
                  <a:lnTo>
                    <a:pt x="0" y="2620"/>
                  </a:lnTo>
                  <a:cubicBezTo>
                    <a:pt x="1191" y="2155"/>
                    <a:pt x="1191" y="47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31">
              <a:extLst>
                <a:ext uri="{FF2B5EF4-FFF2-40B4-BE49-F238E27FC236}">
                  <a16:creationId xmlns:a16="http://schemas.microsoft.com/office/drawing/2014/main" id="{6B88C273-2DEA-AC4F-697B-282679756C9A}"/>
                </a:ext>
              </a:extLst>
            </p:cNvPr>
            <p:cNvSpPr/>
            <p:nvPr/>
          </p:nvSpPr>
          <p:spPr>
            <a:xfrm>
              <a:off x="4945400" y="1945850"/>
              <a:ext cx="22350" cy="65500"/>
            </a:xfrm>
            <a:custGeom>
              <a:avLst/>
              <a:gdLst/>
              <a:ahLst/>
              <a:cxnLst/>
              <a:rect l="l" t="t" r="r" b="b"/>
              <a:pathLst>
                <a:path w="894" h="2620" extrusionOk="0">
                  <a:moveTo>
                    <a:pt x="893" y="0"/>
                  </a:moveTo>
                  <a:cubicBezTo>
                    <a:pt x="357" y="215"/>
                    <a:pt x="0" y="739"/>
                    <a:pt x="0" y="1310"/>
                  </a:cubicBezTo>
                  <a:cubicBezTo>
                    <a:pt x="0" y="1893"/>
                    <a:pt x="346" y="2405"/>
                    <a:pt x="893" y="2620"/>
                  </a:cubicBezTo>
                  <a:lnTo>
                    <a:pt x="8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9" name="Google Shape;3769;p31">
            <a:extLst>
              <a:ext uri="{FF2B5EF4-FFF2-40B4-BE49-F238E27FC236}">
                <a16:creationId xmlns:a16="http://schemas.microsoft.com/office/drawing/2014/main" id="{DA3A9141-3D3F-CF14-F20C-54ACB7758293}"/>
              </a:ext>
            </a:extLst>
          </p:cNvPr>
          <p:cNvGrpSpPr/>
          <p:nvPr/>
        </p:nvGrpSpPr>
        <p:grpSpPr>
          <a:xfrm>
            <a:off x="1449740" y="1045131"/>
            <a:ext cx="1865480" cy="3188726"/>
            <a:chOff x="2211533" y="1314425"/>
            <a:chExt cx="1810442" cy="3094648"/>
          </a:xfrm>
        </p:grpSpPr>
        <p:sp>
          <p:nvSpPr>
            <p:cNvPr id="3770" name="Google Shape;3770;p31">
              <a:extLst>
                <a:ext uri="{FF2B5EF4-FFF2-40B4-BE49-F238E27FC236}">
                  <a16:creationId xmlns:a16="http://schemas.microsoft.com/office/drawing/2014/main" id="{A61064FA-5133-DDCC-9E84-67DB964883CC}"/>
                </a:ext>
              </a:extLst>
            </p:cNvPr>
            <p:cNvSpPr/>
            <p:nvPr/>
          </p:nvSpPr>
          <p:spPr>
            <a:xfrm flipH="1">
              <a:off x="2365710" y="4276914"/>
              <a:ext cx="1250150" cy="132159"/>
            </a:xfrm>
            <a:custGeom>
              <a:avLst/>
              <a:gdLst/>
              <a:ahLst/>
              <a:cxnLst/>
              <a:rect l="l" t="t" r="r" b="b"/>
              <a:pathLst>
                <a:path w="33231" h="3513" extrusionOk="0">
                  <a:moveTo>
                    <a:pt x="16621" y="0"/>
                  </a:moveTo>
                  <a:cubicBezTo>
                    <a:pt x="7442" y="0"/>
                    <a:pt x="0" y="786"/>
                    <a:pt x="0" y="1763"/>
                  </a:cubicBezTo>
                  <a:cubicBezTo>
                    <a:pt x="0" y="2727"/>
                    <a:pt x="7442" y="3513"/>
                    <a:pt x="16621" y="3513"/>
                  </a:cubicBezTo>
                  <a:cubicBezTo>
                    <a:pt x="25801" y="3513"/>
                    <a:pt x="33231" y="2727"/>
                    <a:pt x="33231" y="1763"/>
                  </a:cubicBezTo>
                  <a:cubicBezTo>
                    <a:pt x="33231" y="786"/>
                    <a:pt x="25801" y="0"/>
                    <a:pt x="166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31">
              <a:extLst>
                <a:ext uri="{FF2B5EF4-FFF2-40B4-BE49-F238E27FC236}">
                  <a16:creationId xmlns:a16="http://schemas.microsoft.com/office/drawing/2014/main" id="{87633C47-F2AB-936A-2DE2-1A79D3154363}"/>
                </a:ext>
              </a:extLst>
            </p:cNvPr>
            <p:cNvSpPr/>
            <p:nvPr/>
          </p:nvSpPr>
          <p:spPr>
            <a:xfrm flipH="1">
              <a:off x="2295043" y="2182025"/>
              <a:ext cx="222974" cy="281210"/>
            </a:xfrm>
            <a:custGeom>
              <a:avLst/>
              <a:gdLst/>
              <a:ahLst/>
              <a:cxnLst/>
              <a:rect l="l" t="t" r="r" b="b"/>
              <a:pathLst>
                <a:path w="5927" h="7475" extrusionOk="0">
                  <a:moveTo>
                    <a:pt x="1965" y="0"/>
                  </a:moveTo>
                  <a:lnTo>
                    <a:pt x="1072" y="1262"/>
                  </a:lnTo>
                  <a:lnTo>
                    <a:pt x="1" y="6191"/>
                  </a:lnTo>
                  <a:lnTo>
                    <a:pt x="1441" y="7430"/>
                  </a:lnTo>
                  <a:cubicBezTo>
                    <a:pt x="1562" y="7460"/>
                    <a:pt x="1681" y="7475"/>
                    <a:pt x="1798" y="7475"/>
                  </a:cubicBezTo>
                  <a:cubicBezTo>
                    <a:pt x="4271" y="7475"/>
                    <a:pt x="5926" y="921"/>
                    <a:pt x="4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31">
              <a:extLst>
                <a:ext uri="{FF2B5EF4-FFF2-40B4-BE49-F238E27FC236}">
                  <a16:creationId xmlns:a16="http://schemas.microsoft.com/office/drawing/2014/main" id="{38ECE345-8501-21AF-33B7-5A6F1005CBAB}"/>
                </a:ext>
              </a:extLst>
            </p:cNvPr>
            <p:cNvSpPr/>
            <p:nvPr/>
          </p:nvSpPr>
          <p:spPr>
            <a:xfrm flipH="1">
              <a:off x="3221676" y="1742131"/>
              <a:ext cx="215074" cy="275529"/>
            </a:xfrm>
            <a:custGeom>
              <a:avLst/>
              <a:gdLst/>
              <a:ahLst/>
              <a:cxnLst/>
              <a:rect l="l" t="t" r="r" b="b"/>
              <a:pathLst>
                <a:path w="5717" h="7324" extrusionOk="0">
                  <a:moveTo>
                    <a:pt x="4647" y="1"/>
                  </a:moveTo>
                  <a:cubicBezTo>
                    <a:pt x="3433" y="1"/>
                    <a:pt x="0" y="6158"/>
                    <a:pt x="919" y="6669"/>
                  </a:cubicBezTo>
                  <a:lnTo>
                    <a:pt x="2764" y="7323"/>
                  </a:lnTo>
                  <a:cubicBezTo>
                    <a:pt x="2764" y="7323"/>
                    <a:pt x="5717" y="5252"/>
                    <a:pt x="5717" y="5168"/>
                  </a:cubicBezTo>
                  <a:lnTo>
                    <a:pt x="5717" y="2192"/>
                  </a:lnTo>
                  <a:lnTo>
                    <a:pt x="4812" y="49"/>
                  </a:lnTo>
                  <a:cubicBezTo>
                    <a:pt x="4763" y="16"/>
                    <a:pt x="4708" y="1"/>
                    <a:pt x="4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31">
              <a:extLst>
                <a:ext uri="{FF2B5EF4-FFF2-40B4-BE49-F238E27FC236}">
                  <a16:creationId xmlns:a16="http://schemas.microsoft.com/office/drawing/2014/main" id="{59523CAD-1F1D-333A-8549-F386BD2F5CA7}"/>
                </a:ext>
              </a:extLst>
            </p:cNvPr>
            <p:cNvSpPr/>
            <p:nvPr/>
          </p:nvSpPr>
          <p:spPr>
            <a:xfrm flipH="1">
              <a:off x="2618769" y="3377487"/>
              <a:ext cx="263867" cy="790697"/>
            </a:xfrm>
            <a:custGeom>
              <a:avLst/>
              <a:gdLst/>
              <a:ahLst/>
              <a:cxnLst/>
              <a:rect l="l" t="t" r="r" b="b"/>
              <a:pathLst>
                <a:path w="7014" h="21018" extrusionOk="0">
                  <a:moveTo>
                    <a:pt x="1" y="1"/>
                  </a:moveTo>
                  <a:cubicBezTo>
                    <a:pt x="60" y="1858"/>
                    <a:pt x="370" y="3704"/>
                    <a:pt x="953" y="5466"/>
                  </a:cubicBezTo>
                  <a:cubicBezTo>
                    <a:pt x="620" y="10466"/>
                    <a:pt x="1453" y="15491"/>
                    <a:pt x="2965" y="20539"/>
                  </a:cubicBezTo>
                  <a:cubicBezTo>
                    <a:pt x="3541" y="20867"/>
                    <a:pt x="4190" y="21017"/>
                    <a:pt x="4735" y="21017"/>
                  </a:cubicBezTo>
                  <a:cubicBezTo>
                    <a:pt x="5318" y="21017"/>
                    <a:pt x="5783" y="20846"/>
                    <a:pt x="5918" y="20539"/>
                  </a:cubicBezTo>
                  <a:cubicBezTo>
                    <a:pt x="6502" y="14479"/>
                    <a:pt x="7014" y="8538"/>
                    <a:pt x="5549" y="5144"/>
                  </a:cubicBezTo>
                  <a:cubicBezTo>
                    <a:pt x="5799" y="3525"/>
                    <a:pt x="5930" y="1882"/>
                    <a:pt x="5930" y="25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31">
              <a:extLst>
                <a:ext uri="{FF2B5EF4-FFF2-40B4-BE49-F238E27FC236}">
                  <a16:creationId xmlns:a16="http://schemas.microsoft.com/office/drawing/2014/main" id="{AB790108-F966-8C4D-F034-46765B562752}"/>
                </a:ext>
              </a:extLst>
            </p:cNvPr>
            <p:cNvSpPr/>
            <p:nvPr/>
          </p:nvSpPr>
          <p:spPr>
            <a:xfrm flipH="1">
              <a:off x="2447672" y="4150171"/>
              <a:ext cx="350731" cy="209130"/>
            </a:xfrm>
            <a:custGeom>
              <a:avLst/>
              <a:gdLst/>
              <a:ahLst/>
              <a:cxnLst/>
              <a:rect l="l" t="t" r="r" b="b"/>
              <a:pathLst>
                <a:path w="9323" h="5559" extrusionOk="0">
                  <a:moveTo>
                    <a:pt x="715" y="0"/>
                  </a:moveTo>
                  <a:cubicBezTo>
                    <a:pt x="715" y="0"/>
                    <a:pt x="0" y="2524"/>
                    <a:pt x="345" y="3369"/>
                  </a:cubicBezTo>
                  <a:cubicBezTo>
                    <a:pt x="656" y="4118"/>
                    <a:pt x="5223" y="5559"/>
                    <a:pt x="7245" y="5559"/>
                  </a:cubicBezTo>
                  <a:cubicBezTo>
                    <a:pt x="7473" y="5559"/>
                    <a:pt x="7669" y="5541"/>
                    <a:pt x="7823" y="5501"/>
                  </a:cubicBezTo>
                  <a:cubicBezTo>
                    <a:pt x="9323" y="5108"/>
                    <a:pt x="8787" y="3941"/>
                    <a:pt x="7370" y="3000"/>
                  </a:cubicBezTo>
                  <a:cubicBezTo>
                    <a:pt x="5953" y="2048"/>
                    <a:pt x="3679" y="0"/>
                    <a:pt x="3679" y="0"/>
                  </a:cubicBezTo>
                  <a:cubicBezTo>
                    <a:pt x="3497" y="199"/>
                    <a:pt x="3157" y="295"/>
                    <a:pt x="2670" y="295"/>
                  </a:cubicBezTo>
                  <a:cubicBezTo>
                    <a:pt x="2169" y="295"/>
                    <a:pt x="1512" y="193"/>
                    <a:pt x="7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31">
              <a:extLst>
                <a:ext uri="{FF2B5EF4-FFF2-40B4-BE49-F238E27FC236}">
                  <a16:creationId xmlns:a16="http://schemas.microsoft.com/office/drawing/2014/main" id="{E897E0CD-98C8-2780-2997-4223378373A8}"/>
                </a:ext>
              </a:extLst>
            </p:cNvPr>
            <p:cNvSpPr/>
            <p:nvPr/>
          </p:nvSpPr>
          <p:spPr>
            <a:xfrm flipH="1">
              <a:off x="3017849" y="3377487"/>
              <a:ext cx="302841" cy="790697"/>
            </a:xfrm>
            <a:custGeom>
              <a:avLst/>
              <a:gdLst/>
              <a:ahLst/>
              <a:cxnLst/>
              <a:rect l="l" t="t" r="r" b="b"/>
              <a:pathLst>
                <a:path w="8050" h="21018" extrusionOk="0">
                  <a:moveTo>
                    <a:pt x="8049" y="1"/>
                  </a:moveTo>
                  <a:lnTo>
                    <a:pt x="1525" y="310"/>
                  </a:lnTo>
                  <a:lnTo>
                    <a:pt x="1453" y="5144"/>
                  </a:lnTo>
                  <a:cubicBezTo>
                    <a:pt x="1" y="8538"/>
                    <a:pt x="501" y="14479"/>
                    <a:pt x="1084" y="20539"/>
                  </a:cubicBezTo>
                  <a:cubicBezTo>
                    <a:pt x="1219" y="20846"/>
                    <a:pt x="1688" y="21017"/>
                    <a:pt x="2273" y="21017"/>
                  </a:cubicBezTo>
                  <a:cubicBezTo>
                    <a:pt x="2822" y="21017"/>
                    <a:pt x="3473" y="20867"/>
                    <a:pt x="4049" y="20539"/>
                  </a:cubicBezTo>
                  <a:cubicBezTo>
                    <a:pt x="5549" y="15491"/>
                    <a:pt x="6335" y="10776"/>
                    <a:pt x="6013" y="5787"/>
                  </a:cubicBezTo>
                  <a:cubicBezTo>
                    <a:pt x="7049" y="4001"/>
                    <a:pt x="7740" y="2037"/>
                    <a:pt x="80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31">
              <a:extLst>
                <a:ext uri="{FF2B5EF4-FFF2-40B4-BE49-F238E27FC236}">
                  <a16:creationId xmlns:a16="http://schemas.microsoft.com/office/drawing/2014/main" id="{D7315242-67D3-5688-6027-862F3DBE2979}"/>
                </a:ext>
              </a:extLst>
            </p:cNvPr>
            <p:cNvSpPr/>
            <p:nvPr/>
          </p:nvSpPr>
          <p:spPr>
            <a:xfrm flipH="1">
              <a:off x="2626367" y="3654749"/>
              <a:ext cx="224441" cy="513438"/>
            </a:xfrm>
            <a:custGeom>
              <a:avLst/>
              <a:gdLst/>
              <a:ahLst/>
              <a:cxnLst/>
              <a:rect l="l" t="t" r="r" b="b"/>
              <a:pathLst>
                <a:path w="5966" h="13648" extrusionOk="0">
                  <a:moveTo>
                    <a:pt x="24" y="1"/>
                  </a:moveTo>
                  <a:lnTo>
                    <a:pt x="24" y="1"/>
                  </a:lnTo>
                  <a:cubicBezTo>
                    <a:pt x="0" y="4370"/>
                    <a:pt x="798" y="8764"/>
                    <a:pt x="2108" y="13169"/>
                  </a:cubicBezTo>
                  <a:cubicBezTo>
                    <a:pt x="2689" y="13497"/>
                    <a:pt x="3341" y="13647"/>
                    <a:pt x="3888" y="13647"/>
                  </a:cubicBezTo>
                  <a:cubicBezTo>
                    <a:pt x="4472" y="13647"/>
                    <a:pt x="4937" y="13476"/>
                    <a:pt x="5072" y="13169"/>
                  </a:cubicBezTo>
                  <a:cubicBezTo>
                    <a:pt x="5548" y="8276"/>
                    <a:pt x="5965" y="3465"/>
                    <a:pt x="5334" y="1"/>
                  </a:cubicBezTo>
                  <a:lnTo>
                    <a:pt x="5334" y="1"/>
                  </a:lnTo>
                  <a:cubicBezTo>
                    <a:pt x="4957" y="203"/>
                    <a:pt x="4210" y="378"/>
                    <a:pt x="3122" y="378"/>
                  </a:cubicBezTo>
                  <a:cubicBezTo>
                    <a:pt x="2286" y="378"/>
                    <a:pt x="1250" y="275"/>
                    <a:pt x="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31">
              <a:extLst>
                <a:ext uri="{FF2B5EF4-FFF2-40B4-BE49-F238E27FC236}">
                  <a16:creationId xmlns:a16="http://schemas.microsoft.com/office/drawing/2014/main" id="{81996F9A-34C7-18CA-CC53-E708BF715124}"/>
                </a:ext>
              </a:extLst>
            </p:cNvPr>
            <p:cNvSpPr/>
            <p:nvPr/>
          </p:nvSpPr>
          <p:spPr>
            <a:xfrm flipH="1">
              <a:off x="2642055" y="3686576"/>
              <a:ext cx="207437" cy="41758"/>
            </a:xfrm>
            <a:custGeom>
              <a:avLst/>
              <a:gdLst/>
              <a:ahLst/>
              <a:cxnLst/>
              <a:rect l="l" t="t" r="r" b="b"/>
              <a:pathLst>
                <a:path w="5514" h="1110" extrusionOk="0">
                  <a:moveTo>
                    <a:pt x="1" y="0"/>
                  </a:moveTo>
                  <a:lnTo>
                    <a:pt x="1" y="0"/>
                  </a:lnTo>
                  <a:cubicBezTo>
                    <a:pt x="13" y="250"/>
                    <a:pt x="13" y="500"/>
                    <a:pt x="25" y="762"/>
                  </a:cubicBezTo>
                  <a:cubicBezTo>
                    <a:pt x="1235" y="1012"/>
                    <a:pt x="2272" y="1109"/>
                    <a:pt x="3124" y="1109"/>
                  </a:cubicBezTo>
                  <a:cubicBezTo>
                    <a:pt x="4258" y="1109"/>
                    <a:pt x="5065" y="937"/>
                    <a:pt x="5513" y="726"/>
                  </a:cubicBezTo>
                  <a:cubicBezTo>
                    <a:pt x="5490" y="500"/>
                    <a:pt x="5466" y="262"/>
                    <a:pt x="5430" y="36"/>
                  </a:cubicBezTo>
                  <a:cubicBezTo>
                    <a:pt x="4931" y="213"/>
                    <a:pt x="4176" y="336"/>
                    <a:pt x="3182" y="336"/>
                  </a:cubicBezTo>
                  <a:cubicBezTo>
                    <a:pt x="2304" y="336"/>
                    <a:pt x="1240" y="24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31">
              <a:extLst>
                <a:ext uri="{FF2B5EF4-FFF2-40B4-BE49-F238E27FC236}">
                  <a16:creationId xmlns:a16="http://schemas.microsoft.com/office/drawing/2014/main" id="{ED329AF8-6920-EB44-0549-DBA3B8FD6FAB}"/>
                </a:ext>
              </a:extLst>
            </p:cNvPr>
            <p:cNvSpPr/>
            <p:nvPr/>
          </p:nvSpPr>
          <p:spPr>
            <a:xfrm flipH="1">
              <a:off x="3089063" y="3654749"/>
              <a:ext cx="224441" cy="513438"/>
            </a:xfrm>
            <a:custGeom>
              <a:avLst/>
              <a:gdLst/>
              <a:ahLst/>
              <a:cxnLst/>
              <a:rect l="l" t="t" r="r" b="b"/>
              <a:pathLst>
                <a:path w="5966" h="13648" extrusionOk="0">
                  <a:moveTo>
                    <a:pt x="5882" y="1"/>
                  </a:moveTo>
                  <a:lnTo>
                    <a:pt x="5882" y="1"/>
                  </a:lnTo>
                  <a:cubicBezTo>
                    <a:pt x="4790" y="238"/>
                    <a:pt x="3723" y="416"/>
                    <a:pt x="2754" y="416"/>
                  </a:cubicBezTo>
                  <a:cubicBezTo>
                    <a:pt x="1970" y="416"/>
                    <a:pt x="1249" y="299"/>
                    <a:pt x="631" y="1"/>
                  </a:cubicBezTo>
                  <a:lnTo>
                    <a:pt x="631" y="1"/>
                  </a:lnTo>
                  <a:cubicBezTo>
                    <a:pt x="0" y="3465"/>
                    <a:pt x="429" y="8276"/>
                    <a:pt x="893" y="13169"/>
                  </a:cubicBezTo>
                  <a:cubicBezTo>
                    <a:pt x="1028" y="13476"/>
                    <a:pt x="1497" y="13647"/>
                    <a:pt x="2082" y="13647"/>
                  </a:cubicBezTo>
                  <a:cubicBezTo>
                    <a:pt x="2631" y="13647"/>
                    <a:pt x="3282" y="13497"/>
                    <a:pt x="3858" y="13169"/>
                  </a:cubicBezTo>
                  <a:cubicBezTo>
                    <a:pt x="5203" y="8657"/>
                    <a:pt x="5965" y="4418"/>
                    <a:pt x="5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31">
              <a:extLst>
                <a:ext uri="{FF2B5EF4-FFF2-40B4-BE49-F238E27FC236}">
                  <a16:creationId xmlns:a16="http://schemas.microsoft.com/office/drawing/2014/main" id="{94DFA3AF-FC15-0D3C-B611-7B6F66903DF3}"/>
                </a:ext>
              </a:extLst>
            </p:cNvPr>
            <p:cNvSpPr/>
            <p:nvPr/>
          </p:nvSpPr>
          <p:spPr>
            <a:xfrm flipH="1">
              <a:off x="3141057" y="4150171"/>
              <a:ext cx="351183" cy="209130"/>
            </a:xfrm>
            <a:custGeom>
              <a:avLst/>
              <a:gdLst/>
              <a:ahLst/>
              <a:cxnLst/>
              <a:rect l="l" t="t" r="r" b="b"/>
              <a:pathLst>
                <a:path w="9335" h="5559" extrusionOk="0">
                  <a:moveTo>
                    <a:pt x="5644" y="0"/>
                  </a:moveTo>
                  <a:cubicBezTo>
                    <a:pt x="5644" y="0"/>
                    <a:pt x="3370" y="2048"/>
                    <a:pt x="1953" y="3000"/>
                  </a:cubicBezTo>
                  <a:cubicBezTo>
                    <a:pt x="536" y="3941"/>
                    <a:pt x="0" y="5108"/>
                    <a:pt x="1513" y="5501"/>
                  </a:cubicBezTo>
                  <a:cubicBezTo>
                    <a:pt x="1665" y="5541"/>
                    <a:pt x="1860" y="5559"/>
                    <a:pt x="2087" y="5559"/>
                  </a:cubicBezTo>
                  <a:cubicBezTo>
                    <a:pt x="4100" y="5559"/>
                    <a:pt x="8668" y="4118"/>
                    <a:pt x="8978" y="3369"/>
                  </a:cubicBezTo>
                  <a:cubicBezTo>
                    <a:pt x="9335" y="2524"/>
                    <a:pt x="8609" y="0"/>
                    <a:pt x="8609" y="0"/>
                  </a:cubicBezTo>
                  <a:cubicBezTo>
                    <a:pt x="7811" y="193"/>
                    <a:pt x="7154" y="295"/>
                    <a:pt x="6653" y="295"/>
                  </a:cubicBezTo>
                  <a:cubicBezTo>
                    <a:pt x="6166" y="295"/>
                    <a:pt x="5826" y="199"/>
                    <a:pt x="56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31">
              <a:extLst>
                <a:ext uri="{FF2B5EF4-FFF2-40B4-BE49-F238E27FC236}">
                  <a16:creationId xmlns:a16="http://schemas.microsoft.com/office/drawing/2014/main" id="{E48EB185-14E5-C33A-DD34-261474FAF2A9}"/>
                </a:ext>
              </a:extLst>
            </p:cNvPr>
            <p:cNvSpPr/>
            <p:nvPr/>
          </p:nvSpPr>
          <p:spPr>
            <a:xfrm flipH="1">
              <a:off x="3241846" y="1459075"/>
              <a:ext cx="596202" cy="508397"/>
            </a:xfrm>
            <a:custGeom>
              <a:avLst/>
              <a:gdLst/>
              <a:ahLst/>
              <a:cxnLst/>
              <a:rect l="l" t="t" r="r" b="b"/>
              <a:pathLst>
                <a:path w="15848" h="13514" extrusionOk="0">
                  <a:moveTo>
                    <a:pt x="1882" y="0"/>
                  </a:moveTo>
                  <a:lnTo>
                    <a:pt x="1" y="2965"/>
                  </a:lnTo>
                  <a:lnTo>
                    <a:pt x="13681" y="13514"/>
                  </a:lnTo>
                  <a:lnTo>
                    <a:pt x="15848" y="8156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31">
              <a:extLst>
                <a:ext uri="{FF2B5EF4-FFF2-40B4-BE49-F238E27FC236}">
                  <a16:creationId xmlns:a16="http://schemas.microsoft.com/office/drawing/2014/main" id="{4B982F5A-DEE7-5563-2B9F-22C2D72F1C5A}"/>
                </a:ext>
              </a:extLst>
            </p:cNvPr>
            <p:cNvSpPr/>
            <p:nvPr/>
          </p:nvSpPr>
          <p:spPr>
            <a:xfrm flipH="1">
              <a:off x="3718720" y="1314425"/>
              <a:ext cx="303255" cy="259014"/>
            </a:xfrm>
            <a:custGeom>
              <a:avLst/>
              <a:gdLst/>
              <a:ahLst/>
              <a:cxnLst/>
              <a:rect l="l" t="t" r="r" b="b"/>
              <a:pathLst>
                <a:path w="8061" h="6885" extrusionOk="0">
                  <a:moveTo>
                    <a:pt x="1303" y="0"/>
                  </a:moveTo>
                  <a:cubicBezTo>
                    <a:pt x="931" y="0"/>
                    <a:pt x="641" y="381"/>
                    <a:pt x="865" y="666"/>
                  </a:cubicBezTo>
                  <a:cubicBezTo>
                    <a:pt x="825" y="653"/>
                    <a:pt x="784" y="647"/>
                    <a:pt x="743" y="647"/>
                  </a:cubicBezTo>
                  <a:cubicBezTo>
                    <a:pt x="344" y="647"/>
                    <a:pt x="1" y="1247"/>
                    <a:pt x="746" y="1690"/>
                  </a:cubicBezTo>
                  <a:cubicBezTo>
                    <a:pt x="270" y="1762"/>
                    <a:pt x="163" y="2381"/>
                    <a:pt x="865" y="2786"/>
                  </a:cubicBezTo>
                  <a:cubicBezTo>
                    <a:pt x="544" y="2833"/>
                    <a:pt x="377" y="3191"/>
                    <a:pt x="1032" y="3869"/>
                  </a:cubicBezTo>
                  <a:cubicBezTo>
                    <a:pt x="1663" y="4679"/>
                    <a:pt x="3259" y="6298"/>
                    <a:pt x="4783" y="6774"/>
                  </a:cubicBezTo>
                  <a:cubicBezTo>
                    <a:pt x="5061" y="6850"/>
                    <a:pt x="5324" y="6885"/>
                    <a:pt x="5568" y="6885"/>
                  </a:cubicBezTo>
                  <a:cubicBezTo>
                    <a:pt x="7250" y="6885"/>
                    <a:pt x="8060" y="5243"/>
                    <a:pt x="6938" y="3964"/>
                  </a:cubicBezTo>
                  <a:cubicBezTo>
                    <a:pt x="6903" y="2592"/>
                    <a:pt x="5675" y="425"/>
                    <a:pt x="5374" y="425"/>
                  </a:cubicBezTo>
                  <a:cubicBezTo>
                    <a:pt x="5367" y="425"/>
                    <a:pt x="5360" y="426"/>
                    <a:pt x="5354" y="428"/>
                  </a:cubicBezTo>
                  <a:cubicBezTo>
                    <a:pt x="4735" y="678"/>
                    <a:pt x="5366" y="2024"/>
                    <a:pt x="5021" y="2024"/>
                  </a:cubicBezTo>
                  <a:cubicBezTo>
                    <a:pt x="4675" y="2024"/>
                    <a:pt x="2354" y="238"/>
                    <a:pt x="1497" y="35"/>
                  </a:cubicBezTo>
                  <a:cubicBezTo>
                    <a:pt x="1431" y="11"/>
                    <a:pt x="1366" y="0"/>
                    <a:pt x="13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31">
              <a:extLst>
                <a:ext uri="{FF2B5EF4-FFF2-40B4-BE49-F238E27FC236}">
                  <a16:creationId xmlns:a16="http://schemas.microsoft.com/office/drawing/2014/main" id="{95FDA805-DAE9-5ADF-5C81-F19FCC3F1833}"/>
                </a:ext>
              </a:extLst>
            </p:cNvPr>
            <p:cNvSpPr/>
            <p:nvPr/>
          </p:nvSpPr>
          <p:spPr>
            <a:xfrm flipH="1">
              <a:off x="3830374" y="1385603"/>
              <a:ext cx="33632" cy="90514"/>
            </a:xfrm>
            <a:custGeom>
              <a:avLst/>
              <a:gdLst/>
              <a:ahLst/>
              <a:cxnLst/>
              <a:rect l="l" t="t" r="r" b="b"/>
              <a:pathLst>
                <a:path w="894" h="2406" extrusionOk="0">
                  <a:moveTo>
                    <a:pt x="512" y="1"/>
                  </a:moveTo>
                  <a:cubicBezTo>
                    <a:pt x="0" y="834"/>
                    <a:pt x="238" y="1608"/>
                    <a:pt x="762" y="2406"/>
                  </a:cubicBezTo>
                  <a:cubicBezTo>
                    <a:pt x="36" y="882"/>
                    <a:pt x="893" y="96"/>
                    <a:pt x="893" y="96"/>
                  </a:cubicBezTo>
                  <a:lnTo>
                    <a:pt x="893" y="96"/>
                  </a:lnTo>
                  <a:cubicBezTo>
                    <a:pt x="871" y="105"/>
                    <a:pt x="848" y="114"/>
                    <a:pt x="815" y="114"/>
                  </a:cubicBezTo>
                  <a:cubicBezTo>
                    <a:pt x="760" y="114"/>
                    <a:pt x="675" y="90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31">
              <a:extLst>
                <a:ext uri="{FF2B5EF4-FFF2-40B4-BE49-F238E27FC236}">
                  <a16:creationId xmlns:a16="http://schemas.microsoft.com/office/drawing/2014/main" id="{39607FAA-4869-7051-9342-E2BAC8EECFC5}"/>
                </a:ext>
              </a:extLst>
            </p:cNvPr>
            <p:cNvSpPr/>
            <p:nvPr/>
          </p:nvSpPr>
          <p:spPr>
            <a:xfrm flipH="1">
              <a:off x="3900725" y="1339480"/>
              <a:ext cx="88708" cy="58725"/>
            </a:xfrm>
            <a:custGeom>
              <a:avLst/>
              <a:gdLst/>
              <a:ahLst/>
              <a:cxnLst/>
              <a:rect l="l" t="t" r="r" b="b"/>
              <a:pathLst>
                <a:path w="2358" h="1561" extrusionOk="0">
                  <a:moveTo>
                    <a:pt x="0" y="0"/>
                  </a:moveTo>
                  <a:lnTo>
                    <a:pt x="2298" y="1560"/>
                  </a:lnTo>
                  <a:lnTo>
                    <a:pt x="2358" y="1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31">
              <a:extLst>
                <a:ext uri="{FF2B5EF4-FFF2-40B4-BE49-F238E27FC236}">
                  <a16:creationId xmlns:a16="http://schemas.microsoft.com/office/drawing/2014/main" id="{8C750EB3-DB82-6BDF-822A-D51A8886CF6A}"/>
                </a:ext>
              </a:extLst>
            </p:cNvPr>
            <p:cNvSpPr/>
            <p:nvPr/>
          </p:nvSpPr>
          <p:spPr>
            <a:xfrm flipH="1">
              <a:off x="3912350" y="1378003"/>
              <a:ext cx="81560" cy="54248"/>
            </a:xfrm>
            <a:custGeom>
              <a:avLst/>
              <a:gdLst/>
              <a:ahLst/>
              <a:cxnLst/>
              <a:rect l="l" t="t" r="r" b="b"/>
              <a:pathLst>
                <a:path w="2168" h="1442" extrusionOk="0">
                  <a:moveTo>
                    <a:pt x="0" y="0"/>
                  </a:moveTo>
                  <a:lnTo>
                    <a:pt x="2108" y="1441"/>
                  </a:lnTo>
                  <a:lnTo>
                    <a:pt x="2167" y="1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31">
              <a:extLst>
                <a:ext uri="{FF2B5EF4-FFF2-40B4-BE49-F238E27FC236}">
                  <a16:creationId xmlns:a16="http://schemas.microsoft.com/office/drawing/2014/main" id="{E10DBE0F-981F-E60F-7A51-E4164FE7979B}"/>
                </a:ext>
              </a:extLst>
            </p:cNvPr>
            <p:cNvSpPr/>
            <p:nvPr/>
          </p:nvSpPr>
          <p:spPr>
            <a:xfrm flipH="1">
              <a:off x="3918181" y="1419198"/>
              <a:ext cx="72155" cy="48868"/>
            </a:xfrm>
            <a:custGeom>
              <a:avLst/>
              <a:gdLst/>
              <a:ahLst/>
              <a:cxnLst/>
              <a:rect l="l" t="t" r="r" b="b"/>
              <a:pathLst>
                <a:path w="1918" h="1299" extrusionOk="0">
                  <a:moveTo>
                    <a:pt x="1" y="1"/>
                  </a:moveTo>
                  <a:lnTo>
                    <a:pt x="1870" y="1299"/>
                  </a:lnTo>
                  <a:lnTo>
                    <a:pt x="1918" y="1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31">
              <a:extLst>
                <a:ext uri="{FF2B5EF4-FFF2-40B4-BE49-F238E27FC236}">
                  <a16:creationId xmlns:a16="http://schemas.microsoft.com/office/drawing/2014/main" id="{0E14932C-A308-7AC0-5BE3-1DEE6885ED99}"/>
                </a:ext>
              </a:extLst>
            </p:cNvPr>
            <p:cNvSpPr/>
            <p:nvPr/>
          </p:nvSpPr>
          <p:spPr>
            <a:xfrm flipH="1">
              <a:off x="3888159" y="1372624"/>
              <a:ext cx="43037" cy="123206"/>
            </a:xfrm>
            <a:custGeom>
              <a:avLst/>
              <a:gdLst/>
              <a:ahLst/>
              <a:cxnLst/>
              <a:rect l="l" t="t" r="r" b="b"/>
              <a:pathLst>
                <a:path w="1144" h="3275" extrusionOk="0">
                  <a:moveTo>
                    <a:pt x="1143" y="1"/>
                  </a:moveTo>
                  <a:lnTo>
                    <a:pt x="1143" y="1"/>
                  </a:lnTo>
                  <a:cubicBezTo>
                    <a:pt x="465" y="596"/>
                    <a:pt x="0" y="2406"/>
                    <a:pt x="405" y="3275"/>
                  </a:cubicBezTo>
                  <a:cubicBezTo>
                    <a:pt x="203" y="2203"/>
                    <a:pt x="679" y="643"/>
                    <a:pt x="11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31">
              <a:extLst>
                <a:ext uri="{FF2B5EF4-FFF2-40B4-BE49-F238E27FC236}">
                  <a16:creationId xmlns:a16="http://schemas.microsoft.com/office/drawing/2014/main" id="{2143625B-4A13-D35A-4C87-CCB17956338C}"/>
                </a:ext>
              </a:extLst>
            </p:cNvPr>
            <p:cNvSpPr/>
            <p:nvPr/>
          </p:nvSpPr>
          <p:spPr>
            <a:xfrm flipH="1">
              <a:off x="3791399" y="1568362"/>
              <a:ext cx="47965" cy="16628"/>
            </a:xfrm>
            <a:custGeom>
              <a:avLst/>
              <a:gdLst/>
              <a:ahLst/>
              <a:cxnLst/>
              <a:rect l="l" t="t" r="r" b="b"/>
              <a:pathLst>
                <a:path w="1275" h="442" extrusionOk="0">
                  <a:moveTo>
                    <a:pt x="1274" y="1"/>
                  </a:moveTo>
                  <a:lnTo>
                    <a:pt x="1274" y="1"/>
                  </a:lnTo>
                  <a:cubicBezTo>
                    <a:pt x="1051" y="73"/>
                    <a:pt x="818" y="109"/>
                    <a:pt x="582" y="109"/>
                  </a:cubicBezTo>
                  <a:cubicBezTo>
                    <a:pt x="388" y="109"/>
                    <a:pt x="193" y="84"/>
                    <a:pt x="0" y="36"/>
                  </a:cubicBezTo>
                  <a:lnTo>
                    <a:pt x="0" y="36"/>
                  </a:lnTo>
                  <a:lnTo>
                    <a:pt x="464" y="441"/>
                  </a:lnTo>
                  <a:cubicBezTo>
                    <a:pt x="762" y="358"/>
                    <a:pt x="1048" y="203"/>
                    <a:pt x="1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31">
              <a:extLst>
                <a:ext uri="{FF2B5EF4-FFF2-40B4-BE49-F238E27FC236}">
                  <a16:creationId xmlns:a16="http://schemas.microsoft.com/office/drawing/2014/main" id="{6F62498E-C3C0-9075-1EB3-341170BD1423}"/>
                </a:ext>
              </a:extLst>
            </p:cNvPr>
            <p:cNvSpPr/>
            <p:nvPr/>
          </p:nvSpPr>
          <p:spPr>
            <a:xfrm flipH="1">
              <a:off x="2593682" y="2856558"/>
              <a:ext cx="687581" cy="597368"/>
            </a:xfrm>
            <a:custGeom>
              <a:avLst/>
              <a:gdLst/>
              <a:ahLst/>
              <a:cxnLst/>
              <a:rect l="l" t="t" r="r" b="b"/>
              <a:pathLst>
                <a:path w="18277" h="15879" extrusionOk="0">
                  <a:moveTo>
                    <a:pt x="2143" y="1"/>
                  </a:moveTo>
                  <a:cubicBezTo>
                    <a:pt x="405" y="5013"/>
                    <a:pt x="131" y="9931"/>
                    <a:pt x="0" y="14729"/>
                  </a:cubicBezTo>
                  <a:cubicBezTo>
                    <a:pt x="1737" y="15413"/>
                    <a:pt x="3554" y="15698"/>
                    <a:pt x="5425" y="15698"/>
                  </a:cubicBezTo>
                  <a:cubicBezTo>
                    <a:pt x="6157" y="15698"/>
                    <a:pt x="6897" y="15655"/>
                    <a:pt x="7644" y="15574"/>
                  </a:cubicBezTo>
                  <a:lnTo>
                    <a:pt x="8835" y="10800"/>
                  </a:lnTo>
                  <a:lnTo>
                    <a:pt x="9299" y="15693"/>
                  </a:lnTo>
                  <a:cubicBezTo>
                    <a:pt x="10283" y="15825"/>
                    <a:pt x="11241" y="15879"/>
                    <a:pt x="12183" y="15879"/>
                  </a:cubicBezTo>
                  <a:cubicBezTo>
                    <a:pt x="14054" y="15879"/>
                    <a:pt x="15863" y="15665"/>
                    <a:pt x="17693" y="15419"/>
                  </a:cubicBezTo>
                  <a:cubicBezTo>
                    <a:pt x="17943" y="10633"/>
                    <a:pt x="18276" y="5799"/>
                    <a:pt x="17133" y="1680"/>
                  </a:cubicBezTo>
                  <a:lnTo>
                    <a:pt x="21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31">
              <a:extLst>
                <a:ext uri="{FF2B5EF4-FFF2-40B4-BE49-F238E27FC236}">
                  <a16:creationId xmlns:a16="http://schemas.microsoft.com/office/drawing/2014/main" id="{71A0CD72-4412-B7C7-05E6-832E877A0BE1}"/>
                </a:ext>
              </a:extLst>
            </p:cNvPr>
            <p:cNvSpPr/>
            <p:nvPr/>
          </p:nvSpPr>
          <p:spPr>
            <a:xfrm flipH="1">
              <a:off x="2625508" y="2856107"/>
              <a:ext cx="577392" cy="111619"/>
            </a:xfrm>
            <a:custGeom>
              <a:avLst/>
              <a:gdLst/>
              <a:ahLst/>
              <a:cxnLst/>
              <a:rect l="l" t="t" r="r" b="b"/>
              <a:pathLst>
                <a:path w="15348" h="2967" extrusionOk="0">
                  <a:moveTo>
                    <a:pt x="60" y="1"/>
                  </a:moveTo>
                  <a:lnTo>
                    <a:pt x="1" y="180"/>
                  </a:lnTo>
                  <a:cubicBezTo>
                    <a:pt x="5999" y="2856"/>
                    <a:pt x="13912" y="2966"/>
                    <a:pt x="15175" y="2966"/>
                  </a:cubicBezTo>
                  <a:cubicBezTo>
                    <a:pt x="15288" y="2966"/>
                    <a:pt x="15348" y="2966"/>
                    <a:pt x="15348" y="2966"/>
                  </a:cubicBezTo>
                  <a:cubicBezTo>
                    <a:pt x="15265" y="2537"/>
                    <a:pt x="15169" y="2108"/>
                    <a:pt x="15050" y="1692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31">
              <a:extLst>
                <a:ext uri="{FF2B5EF4-FFF2-40B4-BE49-F238E27FC236}">
                  <a16:creationId xmlns:a16="http://schemas.microsoft.com/office/drawing/2014/main" id="{8F9CB090-5846-EBED-94C3-A6F406384CA6}"/>
                </a:ext>
              </a:extLst>
            </p:cNvPr>
            <p:cNvSpPr/>
            <p:nvPr/>
          </p:nvSpPr>
          <p:spPr>
            <a:xfrm flipH="1">
              <a:off x="2581157" y="1743936"/>
              <a:ext cx="821508" cy="1186159"/>
            </a:xfrm>
            <a:custGeom>
              <a:avLst/>
              <a:gdLst/>
              <a:ahLst/>
              <a:cxnLst/>
              <a:rect l="l" t="t" r="r" b="b"/>
              <a:pathLst>
                <a:path w="21837" h="31530" extrusionOk="0">
                  <a:moveTo>
                    <a:pt x="3894" y="1"/>
                  </a:moveTo>
                  <a:lnTo>
                    <a:pt x="3894" y="1"/>
                  </a:lnTo>
                  <a:cubicBezTo>
                    <a:pt x="4442" y="1287"/>
                    <a:pt x="2156" y="6228"/>
                    <a:pt x="1" y="6621"/>
                  </a:cubicBezTo>
                  <a:lnTo>
                    <a:pt x="4787" y="11157"/>
                  </a:lnTo>
                  <a:cubicBezTo>
                    <a:pt x="4787" y="11157"/>
                    <a:pt x="5097" y="16134"/>
                    <a:pt x="5061" y="18086"/>
                  </a:cubicBezTo>
                  <a:cubicBezTo>
                    <a:pt x="5037" y="20027"/>
                    <a:pt x="3156" y="28778"/>
                    <a:pt x="3156" y="28778"/>
                  </a:cubicBezTo>
                  <a:cubicBezTo>
                    <a:pt x="7914" y="30618"/>
                    <a:pt x="12684" y="31529"/>
                    <a:pt x="16742" y="31529"/>
                  </a:cubicBezTo>
                  <a:cubicBezTo>
                    <a:pt x="18330" y="31529"/>
                    <a:pt x="19808" y="31390"/>
                    <a:pt x="21134" y="31112"/>
                  </a:cubicBezTo>
                  <a:cubicBezTo>
                    <a:pt x="21134" y="31112"/>
                    <a:pt x="21837" y="7585"/>
                    <a:pt x="21218" y="6561"/>
                  </a:cubicBezTo>
                  <a:cubicBezTo>
                    <a:pt x="20598" y="5525"/>
                    <a:pt x="16407" y="4704"/>
                    <a:pt x="16407" y="4704"/>
                  </a:cubicBezTo>
                  <a:lnTo>
                    <a:pt x="10669" y="3596"/>
                  </a:lnTo>
                  <a:lnTo>
                    <a:pt x="3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31">
              <a:extLst>
                <a:ext uri="{FF2B5EF4-FFF2-40B4-BE49-F238E27FC236}">
                  <a16:creationId xmlns:a16="http://schemas.microsoft.com/office/drawing/2014/main" id="{FCC96365-05A5-710A-AB52-A8FC0BEE5388}"/>
                </a:ext>
              </a:extLst>
            </p:cNvPr>
            <p:cNvSpPr/>
            <p:nvPr/>
          </p:nvSpPr>
          <p:spPr>
            <a:xfrm flipH="1">
              <a:off x="2675649" y="3586242"/>
              <a:ext cx="110227" cy="30435"/>
            </a:xfrm>
            <a:custGeom>
              <a:avLst/>
              <a:gdLst/>
              <a:ahLst/>
              <a:cxnLst/>
              <a:rect l="l" t="t" r="r" b="b"/>
              <a:pathLst>
                <a:path w="2930" h="809" extrusionOk="0">
                  <a:moveTo>
                    <a:pt x="1" y="0"/>
                  </a:moveTo>
                  <a:lnTo>
                    <a:pt x="1" y="0"/>
                  </a:lnTo>
                  <a:cubicBezTo>
                    <a:pt x="532" y="543"/>
                    <a:pt x="1145" y="808"/>
                    <a:pt x="1684" y="808"/>
                  </a:cubicBezTo>
                  <a:cubicBezTo>
                    <a:pt x="2231" y="808"/>
                    <a:pt x="2701" y="534"/>
                    <a:pt x="2930" y="0"/>
                  </a:cubicBezTo>
                  <a:lnTo>
                    <a:pt x="2930" y="0"/>
                  </a:lnTo>
                  <a:cubicBezTo>
                    <a:pt x="2641" y="392"/>
                    <a:pt x="2202" y="572"/>
                    <a:pt x="1701" y="572"/>
                  </a:cubicBezTo>
                  <a:cubicBezTo>
                    <a:pt x="1168" y="572"/>
                    <a:pt x="565" y="36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31">
              <a:extLst>
                <a:ext uri="{FF2B5EF4-FFF2-40B4-BE49-F238E27FC236}">
                  <a16:creationId xmlns:a16="http://schemas.microsoft.com/office/drawing/2014/main" id="{A70C6555-16ED-CEEA-5843-089F17DA2AA0}"/>
                </a:ext>
              </a:extLst>
            </p:cNvPr>
            <p:cNvSpPr/>
            <p:nvPr/>
          </p:nvSpPr>
          <p:spPr>
            <a:xfrm flipH="1">
              <a:off x="3156252" y="3586242"/>
              <a:ext cx="110227" cy="30435"/>
            </a:xfrm>
            <a:custGeom>
              <a:avLst/>
              <a:gdLst/>
              <a:ahLst/>
              <a:cxnLst/>
              <a:rect l="l" t="t" r="r" b="b"/>
              <a:pathLst>
                <a:path w="2930" h="809" extrusionOk="0">
                  <a:moveTo>
                    <a:pt x="2929" y="0"/>
                  </a:moveTo>
                  <a:lnTo>
                    <a:pt x="2929" y="0"/>
                  </a:lnTo>
                  <a:cubicBezTo>
                    <a:pt x="2370" y="368"/>
                    <a:pt x="1768" y="572"/>
                    <a:pt x="1233" y="572"/>
                  </a:cubicBezTo>
                  <a:cubicBezTo>
                    <a:pt x="731" y="572"/>
                    <a:pt x="289" y="392"/>
                    <a:pt x="0" y="0"/>
                  </a:cubicBezTo>
                  <a:lnTo>
                    <a:pt x="0" y="0"/>
                  </a:lnTo>
                  <a:cubicBezTo>
                    <a:pt x="228" y="534"/>
                    <a:pt x="698" y="808"/>
                    <a:pt x="1246" y="808"/>
                  </a:cubicBezTo>
                  <a:cubicBezTo>
                    <a:pt x="1784" y="808"/>
                    <a:pt x="2398" y="543"/>
                    <a:pt x="29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31">
              <a:extLst>
                <a:ext uri="{FF2B5EF4-FFF2-40B4-BE49-F238E27FC236}">
                  <a16:creationId xmlns:a16="http://schemas.microsoft.com/office/drawing/2014/main" id="{05180597-65BC-BFA3-C690-F2883F07A297}"/>
                </a:ext>
              </a:extLst>
            </p:cNvPr>
            <p:cNvSpPr/>
            <p:nvPr/>
          </p:nvSpPr>
          <p:spPr>
            <a:xfrm flipH="1">
              <a:off x="2948887" y="3044246"/>
              <a:ext cx="83328" cy="285348"/>
            </a:xfrm>
            <a:custGeom>
              <a:avLst/>
              <a:gdLst/>
              <a:ahLst/>
              <a:cxnLst/>
              <a:rect l="l" t="t" r="r" b="b"/>
              <a:pathLst>
                <a:path w="2215" h="7585" extrusionOk="0">
                  <a:moveTo>
                    <a:pt x="0" y="1"/>
                  </a:moveTo>
                  <a:cubicBezTo>
                    <a:pt x="512" y="882"/>
                    <a:pt x="1143" y="1691"/>
                    <a:pt x="1905" y="2394"/>
                  </a:cubicBezTo>
                  <a:lnTo>
                    <a:pt x="1774" y="7585"/>
                  </a:lnTo>
                  <a:lnTo>
                    <a:pt x="2215" y="5811"/>
                  </a:lnTo>
                  <a:lnTo>
                    <a:pt x="2215" y="2167"/>
                  </a:lnTo>
                  <a:cubicBezTo>
                    <a:pt x="1381" y="1667"/>
                    <a:pt x="655" y="917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31">
              <a:extLst>
                <a:ext uri="{FF2B5EF4-FFF2-40B4-BE49-F238E27FC236}">
                  <a16:creationId xmlns:a16="http://schemas.microsoft.com/office/drawing/2014/main" id="{4CB592ED-49E0-0B8A-72D6-AAF2F7FE8CEC}"/>
                </a:ext>
              </a:extLst>
            </p:cNvPr>
            <p:cNvSpPr/>
            <p:nvPr/>
          </p:nvSpPr>
          <p:spPr>
            <a:xfrm flipH="1">
              <a:off x="3172842" y="2045388"/>
              <a:ext cx="60493" cy="136673"/>
            </a:xfrm>
            <a:custGeom>
              <a:avLst/>
              <a:gdLst/>
              <a:ahLst/>
              <a:cxnLst/>
              <a:rect l="l" t="t" r="r" b="b"/>
              <a:pathLst>
                <a:path w="1608" h="3633" extrusionOk="0">
                  <a:moveTo>
                    <a:pt x="727" y="1"/>
                  </a:moveTo>
                  <a:lnTo>
                    <a:pt x="0" y="2870"/>
                  </a:lnTo>
                  <a:lnTo>
                    <a:pt x="286" y="3144"/>
                  </a:lnTo>
                  <a:lnTo>
                    <a:pt x="322" y="3632"/>
                  </a:lnTo>
                  <a:lnTo>
                    <a:pt x="1608" y="1822"/>
                  </a:lnTo>
                  <a:lnTo>
                    <a:pt x="357" y="2977"/>
                  </a:lnTo>
                  <a:lnTo>
                    <a:pt x="357" y="2977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31">
              <a:extLst>
                <a:ext uri="{FF2B5EF4-FFF2-40B4-BE49-F238E27FC236}">
                  <a16:creationId xmlns:a16="http://schemas.microsoft.com/office/drawing/2014/main" id="{D64A1554-36DA-D188-F1CC-3AE70BC04D60}"/>
                </a:ext>
              </a:extLst>
            </p:cNvPr>
            <p:cNvSpPr/>
            <p:nvPr/>
          </p:nvSpPr>
          <p:spPr>
            <a:xfrm flipH="1">
              <a:off x="3091771" y="3686576"/>
              <a:ext cx="206082" cy="41758"/>
            </a:xfrm>
            <a:custGeom>
              <a:avLst/>
              <a:gdLst/>
              <a:ahLst/>
              <a:cxnLst/>
              <a:rect l="l" t="t" r="r" b="b"/>
              <a:pathLst>
                <a:path w="5478" h="1110" extrusionOk="0">
                  <a:moveTo>
                    <a:pt x="5478" y="0"/>
                  </a:moveTo>
                  <a:lnTo>
                    <a:pt x="5478" y="0"/>
                  </a:lnTo>
                  <a:cubicBezTo>
                    <a:pt x="4250" y="240"/>
                    <a:pt x="3194" y="336"/>
                    <a:pt x="2323" y="336"/>
                  </a:cubicBezTo>
                  <a:cubicBezTo>
                    <a:pt x="1335" y="336"/>
                    <a:pt x="584" y="213"/>
                    <a:pt x="84" y="36"/>
                  </a:cubicBezTo>
                  <a:cubicBezTo>
                    <a:pt x="48" y="262"/>
                    <a:pt x="25" y="500"/>
                    <a:pt x="1" y="726"/>
                  </a:cubicBezTo>
                  <a:cubicBezTo>
                    <a:pt x="450" y="937"/>
                    <a:pt x="1252" y="1109"/>
                    <a:pt x="2381" y="1109"/>
                  </a:cubicBezTo>
                  <a:cubicBezTo>
                    <a:pt x="3229" y="1109"/>
                    <a:pt x="4261" y="1012"/>
                    <a:pt x="5466" y="762"/>
                  </a:cubicBezTo>
                  <a:cubicBezTo>
                    <a:pt x="5478" y="512"/>
                    <a:pt x="5478" y="250"/>
                    <a:pt x="5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31">
              <a:extLst>
                <a:ext uri="{FF2B5EF4-FFF2-40B4-BE49-F238E27FC236}">
                  <a16:creationId xmlns:a16="http://schemas.microsoft.com/office/drawing/2014/main" id="{11190923-8A2D-4FDB-1D13-971F90C6B92A}"/>
                </a:ext>
              </a:extLst>
            </p:cNvPr>
            <p:cNvSpPr/>
            <p:nvPr/>
          </p:nvSpPr>
          <p:spPr>
            <a:xfrm flipH="1">
              <a:off x="3176867" y="2423887"/>
              <a:ext cx="40366" cy="273272"/>
            </a:xfrm>
            <a:custGeom>
              <a:avLst/>
              <a:gdLst/>
              <a:ahLst/>
              <a:cxnLst/>
              <a:rect l="l" t="t" r="r" b="b"/>
              <a:pathLst>
                <a:path w="1073" h="7264" extrusionOk="0">
                  <a:moveTo>
                    <a:pt x="132" y="0"/>
                  </a:moveTo>
                  <a:lnTo>
                    <a:pt x="1" y="1334"/>
                  </a:lnTo>
                  <a:cubicBezTo>
                    <a:pt x="48" y="3429"/>
                    <a:pt x="501" y="5084"/>
                    <a:pt x="1072" y="7263"/>
                  </a:cubicBezTo>
                  <a:cubicBezTo>
                    <a:pt x="596" y="4870"/>
                    <a:pt x="275" y="2441"/>
                    <a:pt x="1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31">
              <a:extLst>
                <a:ext uri="{FF2B5EF4-FFF2-40B4-BE49-F238E27FC236}">
                  <a16:creationId xmlns:a16="http://schemas.microsoft.com/office/drawing/2014/main" id="{42DFEC4A-B67E-E72E-AA3A-9C2F7C10DA55}"/>
                </a:ext>
              </a:extLst>
            </p:cNvPr>
            <p:cNvSpPr/>
            <p:nvPr/>
          </p:nvSpPr>
          <p:spPr>
            <a:xfrm flipH="1">
              <a:off x="2819438" y="2261291"/>
              <a:ext cx="358368" cy="515131"/>
            </a:xfrm>
            <a:custGeom>
              <a:avLst/>
              <a:gdLst/>
              <a:ahLst/>
              <a:cxnLst/>
              <a:rect l="l" t="t" r="r" b="b"/>
              <a:pathLst>
                <a:path w="9526" h="13693" extrusionOk="0">
                  <a:moveTo>
                    <a:pt x="1" y="0"/>
                  </a:moveTo>
                  <a:cubicBezTo>
                    <a:pt x="560" y="7228"/>
                    <a:pt x="4192" y="11335"/>
                    <a:pt x="9526" y="13693"/>
                  </a:cubicBezTo>
                  <a:cubicBezTo>
                    <a:pt x="4144" y="10883"/>
                    <a:pt x="894" y="639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31">
              <a:extLst>
                <a:ext uri="{FF2B5EF4-FFF2-40B4-BE49-F238E27FC236}">
                  <a16:creationId xmlns:a16="http://schemas.microsoft.com/office/drawing/2014/main" id="{0593E962-713C-BF60-6B42-DFADB42B03BB}"/>
                </a:ext>
              </a:extLst>
            </p:cNvPr>
            <p:cNvSpPr/>
            <p:nvPr/>
          </p:nvSpPr>
          <p:spPr>
            <a:xfrm flipH="1">
              <a:off x="2721776" y="2384912"/>
              <a:ext cx="414384" cy="351634"/>
            </a:xfrm>
            <a:custGeom>
              <a:avLst/>
              <a:gdLst/>
              <a:ahLst/>
              <a:cxnLst/>
              <a:rect l="l" t="t" r="r" b="b"/>
              <a:pathLst>
                <a:path w="11015" h="9347" extrusionOk="0">
                  <a:moveTo>
                    <a:pt x="1" y="1"/>
                  </a:moveTo>
                  <a:lnTo>
                    <a:pt x="1" y="1"/>
                  </a:lnTo>
                  <a:cubicBezTo>
                    <a:pt x="2323" y="6859"/>
                    <a:pt x="11014" y="9347"/>
                    <a:pt x="11014" y="9347"/>
                  </a:cubicBezTo>
                  <a:cubicBezTo>
                    <a:pt x="11014" y="9347"/>
                    <a:pt x="2430" y="5966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31">
              <a:extLst>
                <a:ext uri="{FF2B5EF4-FFF2-40B4-BE49-F238E27FC236}">
                  <a16:creationId xmlns:a16="http://schemas.microsoft.com/office/drawing/2014/main" id="{C3B883BD-AA9C-36E5-B1BB-5885428E0142}"/>
                </a:ext>
              </a:extLst>
            </p:cNvPr>
            <p:cNvSpPr/>
            <p:nvPr/>
          </p:nvSpPr>
          <p:spPr>
            <a:xfrm flipH="1">
              <a:off x="2335675" y="1961645"/>
              <a:ext cx="355659" cy="499895"/>
            </a:xfrm>
            <a:custGeom>
              <a:avLst/>
              <a:gdLst/>
              <a:ahLst/>
              <a:cxnLst/>
              <a:rect l="l" t="t" r="r" b="b"/>
              <a:pathLst>
                <a:path w="9454" h="13288" extrusionOk="0">
                  <a:moveTo>
                    <a:pt x="1214" y="0"/>
                  </a:moveTo>
                  <a:cubicBezTo>
                    <a:pt x="1214" y="0"/>
                    <a:pt x="1" y="9978"/>
                    <a:pt x="152" y="9978"/>
                  </a:cubicBezTo>
                  <a:cubicBezTo>
                    <a:pt x="153" y="9978"/>
                    <a:pt x="154" y="9978"/>
                    <a:pt x="155" y="9978"/>
                  </a:cubicBezTo>
                  <a:cubicBezTo>
                    <a:pt x="157" y="9976"/>
                    <a:pt x="161" y="9975"/>
                    <a:pt x="166" y="9975"/>
                  </a:cubicBezTo>
                  <a:cubicBezTo>
                    <a:pt x="485" y="9975"/>
                    <a:pt x="6048" y="13288"/>
                    <a:pt x="6048" y="13288"/>
                  </a:cubicBezTo>
                  <a:cubicBezTo>
                    <a:pt x="4819" y="11286"/>
                    <a:pt x="7319" y="5853"/>
                    <a:pt x="9350" y="5853"/>
                  </a:cubicBezTo>
                  <a:cubicBezTo>
                    <a:pt x="9385" y="5853"/>
                    <a:pt x="9419" y="5855"/>
                    <a:pt x="9453" y="5858"/>
                  </a:cubicBezTo>
                  <a:cubicBezTo>
                    <a:pt x="7048" y="3465"/>
                    <a:pt x="4262" y="1488"/>
                    <a:pt x="1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31">
              <a:extLst>
                <a:ext uri="{FF2B5EF4-FFF2-40B4-BE49-F238E27FC236}">
                  <a16:creationId xmlns:a16="http://schemas.microsoft.com/office/drawing/2014/main" id="{9D93CAAD-8795-EF64-E49E-06CAAC8E4F1B}"/>
                </a:ext>
              </a:extLst>
            </p:cNvPr>
            <p:cNvSpPr/>
            <p:nvPr/>
          </p:nvSpPr>
          <p:spPr>
            <a:xfrm flipH="1">
              <a:off x="2625501" y="2932702"/>
              <a:ext cx="144235" cy="129037"/>
            </a:xfrm>
            <a:custGeom>
              <a:avLst/>
              <a:gdLst/>
              <a:ahLst/>
              <a:cxnLst/>
              <a:rect l="l" t="t" r="r" b="b"/>
              <a:pathLst>
                <a:path w="3834" h="3430" extrusionOk="0">
                  <a:moveTo>
                    <a:pt x="0" y="1"/>
                  </a:moveTo>
                  <a:lnTo>
                    <a:pt x="0" y="1"/>
                  </a:lnTo>
                  <a:cubicBezTo>
                    <a:pt x="393" y="2156"/>
                    <a:pt x="1631" y="3358"/>
                    <a:pt x="3834" y="3430"/>
                  </a:cubicBezTo>
                  <a:lnTo>
                    <a:pt x="3834" y="3061"/>
                  </a:lnTo>
                  <a:cubicBezTo>
                    <a:pt x="3781" y="3063"/>
                    <a:pt x="3729" y="3064"/>
                    <a:pt x="3676" y="3064"/>
                  </a:cubicBezTo>
                  <a:cubicBezTo>
                    <a:pt x="2053" y="3064"/>
                    <a:pt x="496" y="1996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31">
              <a:extLst>
                <a:ext uri="{FF2B5EF4-FFF2-40B4-BE49-F238E27FC236}">
                  <a16:creationId xmlns:a16="http://schemas.microsoft.com/office/drawing/2014/main" id="{AF6DFBC2-9647-C475-A002-2DE2ADB5E037}"/>
                </a:ext>
              </a:extLst>
            </p:cNvPr>
            <p:cNvSpPr/>
            <p:nvPr/>
          </p:nvSpPr>
          <p:spPr>
            <a:xfrm flipH="1">
              <a:off x="3139247" y="2872697"/>
              <a:ext cx="100822" cy="124560"/>
            </a:xfrm>
            <a:custGeom>
              <a:avLst/>
              <a:gdLst/>
              <a:ahLst/>
              <a:cxnLst/>
              <a:rect l="l" t="t" r="r" b="b"/>
              <a:pathLst>
                <a:path w="2680" h="3311" extrusionOk="0">
                  <a:moveTo>
                    <a:pt x="2680" y="0"/>
                  </a:moveTo>
                  <a:cubicBezTo>
                    <a:pt x="2265" y="1930"/>
                    <a:pt x="1269" y="2929"/>
                    <a:pt x="269" y="2929"/>
                  </a:cubicBezTo>
                  <a:cubicBezTo>
                    <a:pt x="207" y="2929"/>
                    <a:pt x="145" y="2925"/>
                    <a:pt x="84" y="2917"/>
                  </a:cubicBezTo>
                  <a:lnTo>
                    <a:pt x="1" y="3310"/>
                  </a:lnTo>
                  <a:cubicBezTo>
                    <a:pt x="1394" y="3310"/>
                    <a:pt x="2310" y="2144"/>
                    <a:pt x="2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31">
              <a:extLst>
                <a:ext uri="{FF2B5EF4-FFF2-40B4-BE49-F238E27FC236}">
                  <a16:creationId xmlns:a16="http://schemas.microsoft.com/office/drawing/2014/main" id="{F3509405-80BC-8667-D302-9A367D8C3051}"/>
                </a:ext>
              </a:extLst>
            </p:cNvPr>
            <p:cNvSpPr/>
            <p:nvPr/>
          </p:nvSpPr>
          <p:spPr>
            <a:xfrm flipH="1">
              <a:off x="2760297" y="1887270"/>
              <a:ext cx="258938" cy="95329"/>
            </a:xfrm>
            <a:custGeom>
              <a:avLst/>
              <a:gdLst/>
              <a:ahLst/>
              <a:cxnLst/>
              <a:rect l="l" t="t" r="r" b="b"/>
              <a:pathLst>
                <a:path w="6883" h="2534" extrusionOk="0">
                  <a:moveTo>
                    <a:pt x="1524" y="1"/>
                  </a:moveTo>
                  <a:cubicBezTo>
                    <a:pt x="1524" y="1"/>
                    <a:pt x="0" y="2049"/>
                    <a:pt x="2775" y="2442"/>
                  </a:cubicBezTo>
                  <a:cubicBezTo>
                    <a:pt x="3265" y="2505"/>
                    <a:pt x="3697" y="2534"/>
                    <a:pt x="4077" y="2534"/>
                  </a:cubicBezTo>
                  <a:cubicBezTo>
                    <a:pt x="6882" y="2534"/>
                    <a:pt x="6871" y="1001"/>
                    <a:pt x="6704" y="1001"/>
                  </a:cubicBezTo>
                  <a:lnTo>
                    <a:pt x="1524" y="1"/>
                  </a:ln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31">
              <a:extLst>
                <a:ext uri="{FF2B5EF4-FFF2-40B4-BE49-F238E27FC236}">
                  <a16:creationId xmlns:a16="http://schemas.microsoft.com/office/drawing/2014/main" id="{4BE982B9-2097-6194-9318-5A38289B6906}"/>
                </a:ext>
              </a:extLst>
            </p:cNvPr>
            <p:cNvSpPr/>
            <p:nvPr/>
          </p:nvSpPr>
          <p:spPr>
            <a:xfrm flipH="1">
              <a:off x="2781364" y="1766772"/>
              <a:ext cx="187724" cy="161766"/>
            </a:xfrm>
            <a:custGeom>
              <a:avLst/>
              <a:gdLst/>
              <a:ahLst/>
              <a:cxnLst/>
              <a:rect l="l" t="t" r="r" b="b"/>
              <a:pathLst>
                <a:path w="4990" h="4300" extrusionOk="0">
                  <a:moveTo>
                    <a:pt x="4990" y="1"/>
                  </a:moveTo>
                  <a:lnTo>
                    <a:pt x="1" y="168"/>
                  </a:lnTo>
                  <a:lnTo>
                    <a:pt x="1" y="4299"/>
                  </a:lnTo>
                  <a:lnTo>
                    <a:pt x="4835" y="4299"/>
                  </a:lnTo>
                  <a:lnTo>
                    <a:pt x="4990" y="1"/>
                  </a:lnTo>
                  <a:close/>
                </a:path>
              </a:pathLst>
            </a:custGeom>
            <a:solidFill>
              <a:srgbClr val="B17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31">
              <a:extLst>
                <a:ext uri="{FF2B5EF4-FFF2-40B4-BE49-F238E27FC236}">
                  <a16:creationId xmlns:a16="http://schemas.microsoft.com/office/drawing/2014/main" id="{37BD5889-A767-2DEA-9F2A-68996C027EE7}"/>
                </a:ext>
              </a:extLst>
            </p:cNvPr>
            <p:cNvSpPr/>
            <p:nvPr/>
          </p:nvSpPr>
          <p:spPr>
            <a:xfrm flipH="1">
              <a:off x="2775984" y="1766772"/>
              <a:ext cx="193103" cy="198370"/>
            </a:xfrm>
            <a:custGeom>
              <a:avLst/>
              <a:gdLst/>
              <a:ahLst/>
              <a:cxnLst/>
              <a:rect l="l" t="t" r="r" b="b"/>
              <a:pathLst>
                <a:path w="5133" h="5273" extrusionOk="0">
                  <a:moveTo>
                    <a:pt x="4990" y="1"/>
                  </a:moveTo>
                  <a:lnTo>
                    <a:pt x="1" y="168"/>
                  </a:lnTo>
                  <a:lnTo>
                    <a:pt x="1" y="4299"/>
                  </a:lnTo>
                  <a:cubicBezTo>
                    <a:pt x="183" y="4957"/>
                    <a:pt x="1372" y="5273"/>
                    <a:pt x="2562" y="5273"/>
                  </a:cubicBezTo>
                  <a:cubicBezTo>
                    <a:pt x="3784" y="5273"/>
                    <a:pt x="5006" y="4939"/>
                    <a:pt x="5133" y="4299"/>
                  </a:cubicBezTo>
                  <a:lnTo>
                    <a:pt x="49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31">
              <a:extLst>
                <a:ext uri="{FF2B5EF4-FFF2-40B4-BE49-F238E27FC236}">
                  <a16:creationId xmlns:a16="http://schemas.microsoft.com/office/drawing/2014/main" id="{CF82AB5A-3936-154D-BA0C-7382D0DBB07F}"/>
                </a:ext>
              </a:extLst>
            </p:cNvPr>
            <p:cNvSpPr/>
            <p:nvPr/>
          </p:nvSpPr>
          <p:spPr>
            <a:xfrm flipH="1">
              <a:off x="2781364" y="1766772"/>
              <a:ext cx="187724" cy="132121"/>
            </a:xfrm>
            <a:custGeom>
              <a:avLst/>
              <a:gdLst/>
              <a:ahLst/>
              <a:cxnLst/>
              <a:rect l="l" t="t" r="r" b="b"/>
              <a:pathLst>
                <a:path w="4990" h="3512" extrusionOk="0">
                  <a:moveTo>
                    <a:pt x="4990" y="1"/>
                  </a:moveTo>
                  <a:lnTo>
                    <a:pt x="1" y="168"/>
                  </a:lnTo>
                  <a:lnTo>
                    <a:pt x="1" y="2918"/>
                  </a:lnTo>
                  <a:cubicBezTo>
                    <a:pt x="441" y="3334"/>
                    <a:pt x="928" y="3512"/>
                    <a:pt x="1420" y="3512"/>
                  </a:cubicBezTo>
                  <a:cubicBezTo>
                    <a:pt x="2660" y="3512"/>
                    <a:pt x="3934" y="2383"/>
                    <a:pt x="4573" y="1096"/>
                  </a:cubicBezTo>
                  <a:lnTo>
                    <a:pt x="49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31">
              <a:extLst>
                <a:ext uri="{FF2B5EF4-FFF2-40B4-BE49-F238E27FC236}">
                  <a16:creationId xmlns:a16="http://schemas.microsoft.com/office/drawing/2014/main" id="{4CE771E8-60AB-A69F-D6C3-98AC695DCE19}"/>
                </a:ext>
              </a:extLst>
            </p:cNvPr>
            <p:cNvSpPr/>
            <p:nvPr/>
          </p:nvSpPr>
          <p:spPr>
            <a:xfrm flipH="1">
              <a:off x="2729408" y="1726932"/>
              <a:ext cx="68995" cy="61396"/>
            </a:xfrm>
            <a:custGeom>
              <a:avLst/>
              <a:gdLst/>
              <a:ahLst/>
              <a:cxnLst/>
              <a:rect l="l" t="t" r="r" b="b"/>
              <a:pathLst>
                <a:path w="1834" h="1632" extrusionOk="0">
                  <a:moveTo>
                    <a:pt x="869" y="0"/>
                  </a:moveTo>
                  <a:lnTo>
                    <a:pt x="0" y="1310"/>
                  </a:lnTo>
                  <a:lnTo>
                    <a:pt x="167" y="1631"/>
                  </a:lnTo>
                  <a:cubicBezTo>
                    <a:pt x="167" y="1631"/>
                    <a:pt x="1679" y="1084"/>
                    <a:pt x="1834" y="417"/>
                  </a:cubicBezTo>
                  <a:lnTo>
                    <a:pt x="8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31">
              <a:extLst>
                <a:ext uri="{FF2B5EF4-FFF2-40B4-BE49-F238E27FC236}">
                  <a16:creationId xmlns:a16="http://schemas.microsoft.com/office/drawing/2014/main" id="{7C4889B8-7268-5C03-7020-7907C7CA419E}"/>
                </a:ext>
              </a:extLst>
            </p:cNvPr>
            <p:cNvSpPr/>
            <p:nvPr/>
          </p:nvSpPr>
          <p:spPr>
            <a:xfrm flipH="1">
              <a:off x="2687766" y="1490413"/>
              <a:ext cx="327444" cy="383987"/>
            </a:xfrm>
            <a:custGeom>
              <a:avLst/>
              <a:gdLst/>
              <a:ahLst/>
              <a:cxnLst/>
              <a:rect l="l" t="t" r="r" b="b"/>
              <a:pathLst>
                <a:path w="8704" h="10207" extrusionOk="0">
                  <a:moveTo>
                    <a:pt x="4775" y="1"/>
                  </a:moveTo>
                  <a:cubicBezTo>
                    <a:pt x="4775" y="1"/>
                    <a:pt x="1965" y="60"/>
                    <a:pt x="977" y="1334"/>
                  </a:cubicBezTo>
                  <a:cubicBezTo>
                    <a:pt x="1" y="2608"/>
                    <a:pt x="548" y="4573"/>
                    <a:pt x="548" y="4573"/>
                  </a:cubicBezTo>
                  <a:cubicBezTo>
                    <a:pt x="548" y="4573"/>
                    <a:pt x="96" y="10109"/>
                    <a:pt x="2751" y="10204"/>
                  </a:cubicBezTo>
                  <a:cubicBezTo>
                    <a:pt x="2788" y="10206"/>
                    <a:pt x="2824" y="10206"/>
                    <a:pt x="2861" y="10206"/>
                  </a:cubicBezTo>
                  <a:cubicBezTo>
                    <a:pt x="5428" y="10206"/>
                    <a:pt x="6620" y="6930"/>
                    <a:pt x="6620" y="6930"/>
                  </a:cubicBezTo>
                  <a:cubicBezTo>
                    <a:pt x="6701" y="6951"/>
                    <a:pt x="6788" y="6961"/>
                    <a:pt x="6878" y="6961"/>
                  </a:cubicBezTo>
                  <a:cubicBezTo>
                    <a:pt x="7664" y="6961"/>
                    <a:pt x="8704" y="6192"/>
                    <a:pt x="8287" y="5049"/>
                  </a:cubicBezTo>
                  <a:cubicBezTo>
                    <a:pt x="8104" y="4550"/>
                    <a:pt x="7819" y="4399"/>
                    <a:pt x="7543" y="4399"/>
                  </a:cubicBezTo>
                  <a:cubicBezTo>
                    <a:pt x="7120" y="4399"/>
                    <a:pt x="6716" y="4751"/>
                    <a:pt x="6716" y="4751"/>
                  </a:cubicBezTo>
                  <a:lnTo>
                    <a:pt x="7692" y="3406"/>
                  </a:lnTo>
                  <a:lnTo>
                    <a:pt x="6859" y="1084"/>
                  </a:lnTo>
                  <a:lnTo>
                    <a:pt x="4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31">
              <a:extLst>
                <a:ext uri="{FF2B5EF4-FFF2-40B4-BE49-F238E27FC236}">
                  <a16:creationId xmlns:a16="http://schemas.microsoft.com/office/drawing/2014/main" id="{50A85DAA-4F36-324E-CF55-64D01E7D1E04}"/>
                </a:ext>
              </a:extLst>
            </p:cNvPr>
            <p:cNvSpPr/>
            <p:nvPr/>
          </p:nvSpPr>
          <p:spPr>
            <a:xfrm flipH="1">
              <a:off x="2677910" y="1432327"/>
              <a:ext cx="363259" cy="289260"/>
            </a:xfrm>
            <a:custGeom>
              <a:avLst/>
              <a:gdLst/>
              <a:ahLst/>
              <a:cxnLst/>
              <a:rect l="l" t="t" r="r" b="b"/>
              <a:pathLst>
                <a:path w="9656" h="7689" extrusionOk="0">
                  <a:moveTo>
                    <a:pt x="4102" y="0"/>
                  </a:moveTo>
                  <a:cubicBezTo>
                    <a:pt x="3078" y="0"/>
                    <a:pt x="1935" y="377"/>
                    <a:pt x="1536" y="819"/>
                  </a:cubicBezTo>
                  <a:cubicBezTo>
                    <a:pt x="1083" y="1331"/>
                    <a:pt x="1262" y="1581"/>
                    <a:pt x="631" y="2235"/>
                  </a:cubicBezTo>
                  <a:cubicBezTo>
                    <a:pt x="0" y="2890"/>
                    <a:pt x="1095" y="4962"/>
                    <a:pt x="1095" y="4962"/>
                  </a:cubicBezTo>
                  <a:cubicBezTo>
                    <a:pt x="1095" y="4962"/>
                    <a:pt x="1143" y="3355"/>
                    <a:pt x="1738" y="2938"/>
                  </a:cubicBezTo>
                  <a:cubicBezTo>
                    <a:pt x="1940" y="2800"/>
                    <a:pt x="2077" y="2752"/>
                    <a:pt x="2200" y="2752"/>
                  </a:cubicBezTo>
                  <a:cubicBezTo>
                    <a:pt x="2439" y="2752"/>
                    <a:pt x="2628" y="2935"/>
                    <a:pt x="3155" y="2997"/>
                  </a:cubicBezTo>
                  <a:cubicBezTo>
                    <a:pt x="3220" y="3005"/>
                    <a:pt x="3284" y="3008"/>
                    <a:pt x="3346" y="3008"/>
                  </a:cubicBezTo>
                  <a:cubicBezTo>
                    <a:pt x="3898" y="3008"/>
                    <a:pt x="4372" y="2743"/>
                    <a:pt x="4978" y="2743"/>
                  </a:cubicBezTo>
                  <a:cubicBezTo>
                    <a:pt x="5162" y="2743"/>
                    <a:pt x="5358" y="2767"/>
                    <a:pt x="5572" y="2831"/>
                  </a:cubicBezTo>
                  <a:cubicBezTo>
                    <a:pt x="6584" y="3128"/>
                    <a:pt x="6608" y="3962"/>
                    <a:pt x="6572" y="4438"/>
                  </a:cubicBezTo>
                  <a:cubicBezTo>
                    <a:pt x="6525" y="4914"/>
                    <a:pt x="6727" y="5629"/>
                    <a:pt x="6644" y="6164"/>
                  </a:cubicBezTo>
                  <a:cubicBezTo>
                    <a:pt x="6406" y="7486"/>
                    <a:pt x="7001" y="7688"/>
                    <a:pt x="7001" y="7688"/>
                  </a:cubicBezTo>
                  <a:cubicBezTo>
                    <a:pt x="7025" y="7057"/>
                    <a:pt x="7144" y="6569"/>
                    <a:pt x="7406" y="6295"/>
                  </a:cubicBezTo>
                  <a:cubicBezTo>
                    <a:pt x="7669" y="6064"/>
                    <a:pt x="7967" y="5944"/>
                    <a:pt x="8227" y="5944"/>
                  </a:cubicBezTo>
                  <a:cubicBezTo>
                    <a:pt x="8449" y="5944"/>
                    <a:pt x="8642" y="6031"/>
                    <a:pt x="8763" y="6212"/>
                  </a:cubicBezTo>
                  <a:cubicBezTo>
                    <a:pt x="8763" y="6212"/>
                    <a:pt x="9656" y="4509"/>
                    <a:pt x="8394" y="3366"/>
                  </a:cubicBezTo>
                  <a:cubicBezTo>
                    <a:pt x="8394" y="3366"/>
                    <a:pt x="8168" y="1438"/>
                    <a:pt x="7001" y="1259"/>
                  </a:cubicBezTo>
                  <a:cubicBezTo>
                    <a:pt x="5834" y="1069"/>
                    <a:pt x="5608" y="140"/>
                    <a:pt x="4501" y="21"/>
                  </a:cubicBezTo>
                  <a:cubicBezTo>
                    <a:pt x="4371" y="7"/>
                    <a:pt x="4238" y="0"/>
                    <a:pt x="4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31">
              <a:extLst>
                <a:ext uri="{FF2B5EF4-FFF2-40B4-BE49-F238E27FC236}">
                  <a16:creationId xmlns:a16="http://schemas.microsoft.com/office/drawing/2014/main" id="{07073823-7700-D17E-F15C-292EA6D660F8}"/>
                </a:ext>
              </a:extLst>
            </p:cNvPr>
            <p:cNvSpPr/>
            <p:nvPr/>
          </p:nvSpPr>
          <p:spPr>
            <a:xfrm flipH="1">
              <a:off x="2573507" y="2244701"/>
              <a:ext cx="22459" cy="152775"/>
            </a:xfrm>
            <a:custGeom>
              <a:avLst/>
              <a:gdLst/>
              <a:ahLst/>
              <a:cxnLst/>
              <a:rect l="l" t="t" r="r" b="b"/>
              <a:pathLst>
                <a:path w="597" h="4061" extrusionOk="0">
                  <a:moveTo>
                    <a:pt x="1" y="1"/>
                  </a:moveTo>
                  <a:lnTo>
                    <a:pt x="1" y="3728"/>
                  </a:lnTo>
                  <a:lnTo>
                    <a:pt x="596" y="40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31">
              <a:extLst>
                <a:ext uri="{FF2B5EF4-FFF2-40B4-BE49-F238E27FC236}">
                  <a16:creationId xmlns:a16="http://schemas.microsoft.com/office/drawing/2014/main" id="{D94B520B-25EF-A9DD-D7C4-87B70DD1B04E}"/>
                </a:ext>
              </a:extLst>
            </p:cNvPr>
            <p:cNvSpPr/>
            <p:nvPr/>
          </p:nvSpPr>
          <p:spPr>
            <a:xfrm flipH="1">
              <a:off x="2211533" y="2074506"/>
              <a:ext cx="696610" cy="373642"/>
            </a:xfrm>
            <a:custGeom>
              <a:avLst/>
              <a:gdLst/>
              <a:ahLst/>
              <a:cxnLst/>
              <a:rect l="l" t="t" r="r" b="b"/>
              <a:pathLst>
                <a:path w="18517" h="9932" extrusionOk="0">
                  <a:moveTo>
                    <a:pt x="798" y="1"/>
                  </a:moveTo>
                  <a:lnTo>
                    <a:pt x="0" y="3430"/>
                  </a:lnTo>
                  <a:lnTo>
                    <a:pt x="12728" y="9597"/>
                  </a:lnTo>
                  <a:cubicBezTo>
                    <a:pt x="13258" y="9829"/>
                    <a:pt x="13753" y="9932"/>
                    <a:pt x="14207" y="9932"/>
                  </a:cubicBezTo>
                  <a:cubicBezTo>
                    <a:pt x="17385" y="9932"/>
                    <a:pt x="18516" y="4887"/>
                    <a:pt x="14943" y="3834"/>
                  </a:cubicBezTo>
                  <a:lnTo>
                    <a:pt x="7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31">
              <a:extLst>
                <a:ext uri="{FF2B5EF4-FFF2-40B4-BE49-F238E27FC236}">
                  <a16:creationId xmlns:a16="http://schemas.microsoft.com/office/drawing/2014/main" id="{C080ADB9-559B-2C9E-48ED-6D747C67B81B}"/>
                </a:ext>
              </a:extLst>
            </p:cNvPr>
            <p:cNvSpPr/>
            <p:nvPr/>
          </p:nvSpPr>
          <p:spPr>
            <a:xfrm flipH="1">
              <a:off x="2783584" y="2018904"/>
              <a:ext cx="235652" cy="208227"/>
            </a:xfrm>
            <a:custGeom>
              <a:avLst/>
              <a:gdLst/>
              <a:ahLst/>
              <a:cxnLst/>
              <a:rect l="l" t="t" r="r" b="b"/>
              <a:pathLst>
                <a:path w="6264" h="5535" extrusionOk="0">
                  <a:moveTo>
                    <a:pt x="1492" y="0"/>
                  </a:moveTo>
                  <a:cubicBezTo>
                    <a:pt x="1270" y="0"/>
                    <a:pt x="1079" y="34"/>
                    <a:pt x="846" y="97"/>
                  </a:cubicBezTo>
                  <a:cubicBezTo>
                    <a:pt x="179" y="276"/>
                    <a:pt x="131" y="693"/>
                    <a:pt x="393" y="1217"/>
                  </a:cubicBezTo>
                  <a:cubicBezTo>
                    <a:pt x="0" y="1431"/>
                    <a:pt x="48" y="2205"/>
                    <a:pt x="453" y="2419"/>
                  </a:cubicBezTo>
                  <a:cubicBezTo>
                    <a:pt x="155" y="2883"/>
                    <a:pt x="346" y="3276"/>
                    <a:pt x="810" y="3634"/>
                  </a:cubicBezTo>
                  <a:cubicBezTo>
                    <a:pt x="881" y="4253"/>
                    <a:pt x="1560" y="4360"/>
                    <a:pt x="2132" y="4622"/>
                  </a:cubicBezTo>
                  <a:cubicBezTo>
                    <a:pt x="2132" y="4622"/>
                    <a:pt x="2877" y="5534"/>
                    <a:pt x="3896" y="5534"/>
                  </a:cubicBezTo>
                  <a:cubicBezTo>
                    <a:pt x="4093" y="5534"/>
                    <a:pt x="4299" y="5500"/>
                    <a:pt x="4513" y="5420"/>
                  </a:cubicBezTo>
                  <a:cubicBezTo>
                    <a:pt x="5834" y="4931"/>
                    <a:pt x="6263" y="3419"/>
                    <a:pt x="6108" y="2955"/>
                  </a:cubicBezTo>
                  <a:cubicBezTo>
                    <a:pt x="5954" y="2479"/>
                    <a:pt x="5084" y="717"/>
                    <a:pt x="3453" y="347"/>
                  </a:cubicBezTo>
                  <a:cubicBezTo>
                    <a:pt x="2403" y="110"/>
                    <a:pt x="1895" y="0"/>
                    <a:pt x="14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31">
              <a:extLst>
                <a:ext uri="{FF2B5EF4-FFF2-40B4-BE49-F238E27FC236}">
                  <a16:creationId xmlns:a16="http://schemas.microsoft.com/office/drawing/2014/main" id="{24FA105D-FDE4-3D9D-DD95-52349667573A}"/>
                </a:ext>
              </a:extLst>
            </p:cNvPr>
            <p:cNvSpPr/>
            <p:nvPr/>
          </p:nvSpPr>
          <p:spPr>
            <a:xfrm flipH="1">
              <a:off x="2939481" y="2046743"/>
              <a:ext cx="68544" cy="17945"/>
            </a:xfrm>
            <a:custGeom>
              <a:avLst/>
              <a:gdLst/>
              <a:ahLst/>
              <a:cxnLst/>
              <a:rect l="l" t="t" r="r" b="b"/>
              <a:pathLst>
                <a:path w="1822" h="477" extrusionOk="0">
                  <a:moveTo>
                    <a:pt x="906" y="0"/>
                  </a:moveTo>
                  <a:cubicBezTo>
                    <a:pt x="595" y="0"/>
                    <a:pt x="286" y="72"/>
                    <a:pt x="0" y="215"/>
                  </a:cubicBezTo>
                  <a:cubicBezTo>
                    <a:pt x="24" y="298"/>
                    <a:pt x="60" y="393"/>
                    <a:pt x="107" y="477"/>
                  </a:cubicBezTo>
                  <a:cubicBezTo>
                    <a:pt x="107" y="477"/>
                    <a:pt x="503" y="141"/>
                    <a:pt x="1223" y="141"/>
                  </a:cubicBezTo>
                  <a:cubicBezTo>
                    <a:pt x="1403" y="141"/>
                    <a:pt x="1603" y="162"/>
                    <a:pt x="1822" y="215"/>
                  </a:cubicBezTo>
                  <a:cubicBezTo>
                    <a:pt x="1530" y="72"/>
                    <a:pt x="121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31">
              <a:extLst>
                <a:ext uri="{FF2B5EF4-FFF2-40B4-BE49-F238E27FC236}">
                  <a16:creationId xmlns:a16="http://schemas.microsoft.com/office/drawing/2014/main" id="{987ED556-E91D-C677-6D00-BD3E582C0881}"/>
                </a:ext>
              </a:extLst>
            </p:cNvPr>
            <p:cNvSpPr/>
            <p:nvPr/>
          </p:nvSpPr>
          <p:spPr>
            <a:xfrm flipH="1">
              <a:off x="2939933" y="2084589"/>
              <a:ext cx="70801" cy="25807"/>
            </a:xfrm>
            <a:custGeom>
              <a:avLst/>
              <a:gdLst/>
              <a:ahLst/>
              <a:cxnLst/>
              <a:rect l="l" t="t" r="r" b="b"/>
              <a:pathLst>
                <a:path w="1882" h="686" extrusionOk="0">
                  <a:moveTo>
                    <a:pt x="1308" y="1"/>
                  </a:moveTo>
                  <a:cubicBezTo>
                    <a:pt x="926" y="1"/>
                    <a:pt x="419" y="85"/>
                    <a:pt x="1" y="447"/>
                  </a:cubicBezTo>
                  <a:cubicBezTo>
                    <a:pt x="48" y="554"/>
                    <a:pt x="132" y="637"/>
                    <a:pt x="227" y="685"/>
                  </a:cubicBezTo>
                  <a:cubicBezTo>
                    <a:pt x="227" y="685"/>
                    <a:pt x="489" y="102"/>
                    <a:pt x="1882" y="66"/>
                  </a:cubicBezTo>
                  <a:cubicBezTo>
                    <a:pt x="1882" y="66"/>
                    <a:pt x="1643" y="1"/>
                    <a:pt x="1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31">
              <a:extLst>
                <a:ext uri="{FF2B5EF4-FFF2-40B4-BE49-F238E27FC236}">
                  <a16:creationId xmlns:a16="http://schemas.microsoft.com/office/drawing/2014/main" id="{5AF6FCBD-BE28-E6E9-2F88-A24B0E5175F2}"/>
                </a:ext>
              </a:extLst>
            </p:cNvPr>
            <p:cNvSpPr/>
            <p:nvPr/>
          </p:nvSpPr>
          <p:spPr>
            <a:xfrm flipH="1">
              <a:off x="2945312" y="2119726"/>
              <a:ext cx="50185" cy="35889"/>
            </a:xfrm>
            <a:custGeom>
              <a:avLst/>
              <a:gdLst/>
              <a:ahLst/>
              <a:cxnLst/>
              <a:rect l="l" t="t" r="r" b="b"/>
              <a:pathLst>
                <a:path w="1334" h="954" extrusionOk="0">
                  <a:moveTo>
                    <a:pt x="1299" y="1"/>
                  </a:moveTo>
                  <a:cubicBezTo>
                    <a:pt x="710" y="1"/>
                    <a:pt x="292" y="297"/>
                    <a:pt x="0" y="799"/>
                  </a:cubicBezTo>
                  <a:lnTo>
                    <a:pt x="179" y="954"/>
                  </a:lnTo>
                  <a:cubicBezTo>
                    <a:pt x="179" y="954"/>
                    <a:pt x="346" y="227"/>
                    <a:pt x="1334" y="1"/>
                  </a:cubicBezTo>
                  <a:cubicBezTo>
                    <a:pt x="1322" y="1"/>
                    <a:pt x="1311" y="1"/>
                    <a:pt x="1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1">
              <a:extLst>
                <a:ext uri="{FF2B5EF4-FFF2-40B4-BE49-F238E27FC236}">
                  <a16:creationId xmlns:a16="http://schemas.microsoft.com/office/drawing/2014/main" id="{E0FA4CAC-3DBC-7317-91BD-FFE345FD3C24}"/>
                </a:ext>
              </a:extLst>
            </p:cNvPr>
            <p:cNvSpPr/>
            <p:nvPr/>
          </p:nvSpPr>
          <p:spPr>
            <a:xfrm flipH="1">
              <a:off x="2810028" y="2193650"/>
              <a:ext cx="51539" cy="41232"/>
            </a:xfrm>
            <a:custGeom>
              <a:avLst/>
              <a:gdLst/>
              <a:ahLst/>
              <a:cxnLst/>
              <a:rect l="l" t="t" r="r" b="b"/>
              <a:pathLst>
                <a:path w="1370" h="1096" extrusionOk="0">
                  <a:moveTo>
                    <a:pt x="1370" y="1"/>
                  </a:moveTo>
                  <a:lnTo>
                    <a:pt x="1370" y="1"/>
                  </a:lnTo>
                  <a:cubicBezTo>
                    <a:pt x="1024" y="429"/>
                    <a:pt x="548" y="739"/>
                    <a:pt x="0" y="870"/>
                  </a:cubicBezTo>
                  <a:lnTo>
                    <a:pt x="512" y="1096"/>
                  </a:lnTo>
                  <a:cubicBezTo>
                    <a:pt x="941" y="858"/>
                    <a:pt x="1251" y="465"/>
                    <a:pt x="1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43CD3609-966C-6D34-8503-1C53966E4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49" y="1070948"/>
            <a:ext cx="4673983" cy="3571629"/>
          </a:xfrm>
          <a:prstGeom prst="rect">
            <a:avLst/>
          </a:prstGeom>
        </p:spPr>
      </p:pic>
      <p:sp>
        <p:nvSpPr>
          <p:cNvPr id="15" name="Google Shape;3758;p31">
            <a:extLst>
              <a:ext uri="{FF2B5EF4-FFF2-40B4-BE49-F238E27FC236}">
                <a16:creationId xmlns:a16="http://schemas.microsoft.com/office/drawing/2014/main" id="{CF1C5D99-5EE7-2FA0-C9B6-5B98CF6641B1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3119492" y="2271532"/>
            <a:ext cx="722254" cy="4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5,7 M</a:t>
            </a:r>
            <a:endParaRPr/>
          </a:p>
        </p:txBody>
      </p:sp>
      <p:sp>
        <p:nvSpPr>
          <p:cNvPr id="16" name="Google Shape;3758;p31">
            <a:extLst>
              <a:ext uri="{FF2B5EF4-FFF2-40B4-BE49-F238E27FC236}">
                <a16:creationId xmlns:a16="http://schemas.microsoft.com/office/drawing/2014/main" id="{B81D42EF-FB35-4DCE-EB95-BF79DDDC3779}"/>
              </a:ext>
            </a:extLst>
          </p:cNvPr>
          <p:cNvSpPr txBox="1">
            <a:spLocks/>
          </p:cNvSpPr>
          <p:nvPr/>
        </p:nvSpPr>
        <p:spPr>
          <a:xfrm>
            <a:off x="2778077" y="3791226"/>
            <a:ext cx="1404424" cy="37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Fjalla One"/>
              <a:buNone/>
              <a:defRPr sz="20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s-ES"/>
              <a:t>2012 - 2025</a:t>
            </a:r>
          </a:p>
        </p:txBody>
      </p: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AB53F421-C8BF-FF10-E2E6-EF882D549BA7}"/>
              </a:ext>
            </a:extLst>
          </p:cNvPr>
          <p:cNvSpPr txBox="1">
            <a:spLocks/>
          </p:cNvSpPr>
          <p:nvPr/>
        </p:nvSpPr>
        <p:spPr>
          <a:xfrm>
            <a:off x="8603217" y="471345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6228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0" grpId="0" animBg="1"/>
      <p:bldP spid="3761" grpId="0" animBg="1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8">
          <a:extLst>
            <a:ext uri="{FF2B5EF4-FFF2-40B4-BE49-F238E27FC236}">
              <a16:creationId xmlns:a16="http://schemas.microsoft.com/office/drawing/2014/main" id="{8274A4DB-A2C6-6A63-6E97-987DA487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29">
            <a:extLst>
              <a:ext uri="{FF2B5EF4-FFF2-40B4-BE49-F238E27FC236}">
                <a16:creationId xmlns:a16="http://schemas.microsoft.com/office/drawing/2014/main" id="{53ECE116-1414-F4CB-12DB-9626591F5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6950" y="1526450"/>
            <a:ext cx="3560700" cy="17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  <a:highlight>
                  <a:schemeClr val="accent2"/>
                </a:highlight>
              </a:rPr>
              <a:t>DESARROLLO</a:t>
            </a:r>
            <a:endParaRPr u="sng">
              <a:solidFill>
                <a:schemeClr val="accent2"/>
              </a:solidFill>
            </a:endParaRPr>
          </a:p>
        </p:txBody>
      </p:sp>
      <p:sp>
        <p:nvSpPr>
          <p:cNvPr id="3740" name="Google Shape;3740;p29">
            <a:extLst>
              <a:ext uri="{FF2B5EF4-FFF2-40B4-BE49-F238E27FC236}">
                <a16:creationId xmlns:a16="http://schemas.microsoft.com/office/drawing/2014/main" id="{252F4215-F7F0-2752-E0C7-5F377A083C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13460" y="2444492"/>
            <a:ext cx="1923490" cy="15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41" name="Google Shape;3741;p29">
            <a:extLst>
              <a:ext uri="{FF2B5EF4-FFF2-40B4-BE49-F238E27FC236}">
                <a16:creationId xmlns:a16="http://schemas.microsoft.com/office/drawing/2014/main" id="{C27ACE96-E131-5A94-9599-58FA51D183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7377" y="3285325"/>
            <a:ext cx="2954179" cy="5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s-ES" dirty="0"/>
              <a:t>Diseño DW (Modelado) y Procesamiento de Datos.</a:t>
            </a:r>
          </a:p>
        </p:txBody>
      </p:sp>
      <p:grpSp>
        <p:nvGrpSpPr>
          <p:cNvPr id="3742" name="Google Shape;3742;p29">
            <a:extLst>
              <a:ext uri="{FF2B5EF4-FFF2-40B4-BE49-F238E27FC236}">
                <a16:creationId xmlns:a16="http://schemas.microsoft.com/office/drawing/2014/main" id="{AB5406C2-84BC-1E65-C42F-191A2E0BE9D1}"/>
              </a:ext>
            </a:extLst>
          </p:cNvPr>
          <p:cNvGrpSpPr/>
          <p:nvPr/>
        </p:nvGrpSpPr>
        <p:grpSpPr>
          <a:xfrm>
            <a:off x="5916352" y="755408"/>
            <a:ext cx="1162595" cy="1103546"/>
            <a:chOff x="532200" y="1217125"/>
            <a:chExt cx="2441400" cy="2317400"/>
          </a:xfrm>
        </p:grpSpPr>
        <p:sp>
          <p:nvSpPr>
            <p:cNvPr id="3743" name="Google Shape;3743;p29">
              <a:extLst>
                <a:ext uri="{FF2B5EF4-FFF2-40B4-BE49-F238E27FC236}">
                  <a16:creationId xmlns:a16="http://schemas.microsoft.com/office/drawing/2014/main" id="{A495D651-002F-5947-FBE9-97E3B133814C}"/>
                </a:ext>
              </a:extLst>
            </p:cNvPr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9">
              <a:extLst>
                <a:ext uri="{FF2B5EF4-FFF2-40B4-BE49-F238E27FC236}">
                  <a16:creationId xmlns:a16="http://schemas.microsoft.com/office/drawing/2014/main" id="{CE17B1C9-EE7C-B269-9BD0-4D11C29B84AD}"/>
                </a:ext>
              </a:extLst>
            </p:cNvPr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363654FB-C6D6-A03C-DA82-B2A0D8AE4A18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1247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9">
          <a:extLst>
            <a:ext uri="{FF2B5EF4-FFF2-40B4-BE49-F238E27FC236}">
              <a16:creationId xmlns:a16="http://schemas.microsoft.com/office/drawing/2014/main" id="{E8F180BD-C6F9-3128-470F-E742A643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p32">
            <a:extLst>
              <a:ext uri="{FF2B5EF4-FFF2-40B4-BE49-F238E27FC236}">
                <a16:creationId xmlns:a16="http://schemas.microsoft.com/office/drawing/2014/main" id="{335DCF2F-545C-A9F5-7949-20C81B8A513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13400" y="27738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chemeClr val="accent2"/>
                </a:highlight>
              </a:rPr>
              <a:t>DISEÑO DW</a:t>
            </a:r>
            <a:r>
              <a:rPr lang="en">
                <a:solidFill>
                  <a:schemeClr val="accent2"/>
                </a:solidFill>
              </a:rPr>
              <a:t> (MODELADO)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89F3EC4-7139-36DD-1048-27CF8D0D217D}"/>
              </a:ext>
            </a:extLst>
          </p:cNvPr>
          <p:cNvSpPr txBox="1"/>
          <p:nvPr/>
        </p:nvSpPr>
        <p:spPr>
          <a:xfrm>
            <a:off x="848807" y="1127373"/>
            <a:ext cx="281641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Dimensión </a:t>
            </a:r>
            <a:r>
              <a:rPr lang="es-ES" sz="1600" b="1" dirty="0" err="1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Players</a:t>
            </a:r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.</a:t>
            </a:r>
          </a:p>
          <a:p>
            <a:pPr algn="just"/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(Basada en players.csv)</a:t>
            </a:r>
          </a:p>
          <a:p>
            <a:pPr algn="just"/>
            <a:endParaRPr lang="es-ES" dirty="0">
              <a:solidFill>
                <a:schemeClr val="accent1"/>
              </a:solidFill>
              <a:latin typeface="Lexend Deca"/>
              <a:sym typeface="Fjalla O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Dimensión Clubs</a:t>
            </a:r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.</a:t>
            </a:r>
          </a:p>
          <a:p>
            <a:pPr algn="just"/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(Basada en clubs.csv)</a:t>
            </a:r>
          </a:p>
          <a:p>
            <a:pPr algn="just"/>
            <a:endParaRPr lang="es-ES" dirty="0">
              <a:solidFill>
                <a:schemeClr val="accent1"/>
              </a:solidFill>
              <a:latin typeface="Lexend Deca"/>
              <a:sym typeface="Fjalla O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Dimensión </a:t>
            </a:r>
            <a:r>
              <a:rPr lang="es-ES" sz="1600" b="1" dirty="0" err="1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Competitions</a:t>
            </a:r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.</a:t>
            </a:r>
          </a:p>
          <a:p>
            <a:pPr algn="just"/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(Basada en competitions.csv)</a:t>
            </a:r>
          </a:p>
          <a:p>
            <a:pPr algn="just"/>
            <a:endParaRPr lang="es-ES" dirty="0">
              <a:solidFill>
                <a:schemeClr val="accent1"/>
              </a:solidFill>
              <a:latin typeface="Lexend Deca"/>
              <a:sym typeface="Fjalla O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Dimensión </a:t>
            </a:r>
            <a:r>
              <a:rPr lang="es-ES" sz="1600" b="1" dirty="0" err="1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Games</a:t>
            </a:r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.</a:t>
            </a:r>
          </a:p>
          <a:p>
            <a:pPr algn="just"/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(Basada en games.csv)</a:t>
            </a:r>
          </a:p>
          <a:p>
            <a:pPr algn="just"/>
            <a:endParaRPr lang="es-ES" dirty="0">
              <a:solidFill>
                <a:schemeClr val="accent1"/>
              </a:solidFill>
              <a:latin typeface="Lexend Deca"/>
              <a:sym typeface="Fjalla O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accent1"/>
                </a:solidFill>
                <a:latin typeface="Fjalla One" panose="02000506040000020004" pitchFamily="2" charset="0"/>
                <a:sym typeface="Fjalla One"/>
              </a:rPr>
              <a:t>Dimensión Date</a:t>
            </a:r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.</a:t>
            </a:r>
          </a:p>
          <a:p>
            <a:pPr algn="just"/>
            <a:r>
              <a:rPr lang="es-ES" dirty="0">
                <a:solidFill>
                  <a:schemeClr val="accent1"/>
                </a:solidFill>
                <a:latin typeface="Lexend Deca"/>
                <a:sym typeface="Fjalla One"/>
              </a:rPr>
              <a:t>(Tabla generada)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565754C-D06A-649B-5182-F375C1E61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67" b="6666"/>
          <a:stretch>
            <a:fillRect/>
          </a:stretch>
        </p:blipFill>
        <p:spPr>
          <a:xfrm>
            <a:off x="3912047" y="952500"/>
            <a:ext cx="4281854" cy="3581400"/>
          </a:xfrm>
          <a:prstGeom prst="rect">
            <a:avLst/>
          </a:prstGeom>
        </p:spPr>
      </p:pic>
      <p:sp>
        <p:nvSpPr>
          <p:cNvPr id="3812" name="Google Shape;3740;p29">
            <a:extLst>
              <a:ext uri="{FF2B5EF4-FFF2-40B4-BE49-F238E27FC236}">
                <a16:creationId xmlns:a16="http://schemas.microsoft.com/office/drawing/2014/main" id="{D6F6A20F-C021-6BD6-CF64-88A6895FAB1D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517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48">
          <a:extLst>
            <a:ext uri="{FF2B5EF4-FFF2-40B4-BE49-F238E27FC236}">
              <a16:creationId xmlns:a16="http://schemas.microsoft.com/office/drawing/2014/main" id="{3E858D87-6011-7EC2-8AEF-4EA29B36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hlinkClick r:id="rId3"/>
            <a:extLst>
              <a:ext uri="{FF2B5EF4-FFF2-40B4-BE49-F238E27FC236}">
                <a16:creationId xmlns:a16="http://schemas.microsoft.com/office/drawing/2014/main" id="{474A34AE-ECA6-4FFA-67BA-25EB15564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680" y="0"/>
            <a:ext cx="9153680" cy="5143500"/>
          </a:xfrm>
          <a:prstGeom prst="rect">
            <a:avLst/>
          </a:prstGeom>
        </p:spPr>
      </p:pic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292CAEB6-B7EF-D12D-03BC-8CE495C51ED9}"/>
              </a:ext>
            </a:extLst>
          </p:cNvPr>
          <p:cNvSpPr/>
          <p:nvPr/>
        </p:nvSpPr>
        <p:spPr>
          <a:xfrm>
            <a:off x="991772" y="1211580"/>
            <a:ext cx="7344508" cy="3015762"/>
          </a:xfrm>
          <a:prstGeom prst="star5">
            <a:avLst/>
          </a:prstGeom>
          <a:noFill/>
          <a:ln w="57150">
            <a:solidFill>
              <a:srgbClr val="FFFF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2E96AF8B-91A0-1DE6-5017-A6DAB523DABC}"/>
              </a:ext>
            </a:extLst>
          </p:cNvPr>
          <p:cNvSpPr txBox="1">
            <a:spLocks/>
          </p:cNvSpPr>
          <p:nvPr/>
        </p:nvSpPr>
        <p:spPr>
          <a:xfrm>
            <a:off x="8706629" y="44624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421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8">
          <a:extLst>
            <a:ext uri="{FF2B5EF4-FFF2-40B4-BE49-F238E27FC236}">
              <a16:creationId xmlns:a16="http://schemas.microsoft.com/office/drawing/2014/main" id="{FFCC3E3E-13E8-E63E-1AC0-470219AA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30">
            <a:extLst>
              <a:ext uri="{FF2B5EF4-FFF2-40B4-BE49-F238E27FC236}">
                <a16:creationId xmlns:a16="http://schemas.microsoft.com/office/drawing/2014/main" id="{C146E842-AB82-4ED7-F748-65816B8AF2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6450" y="273170"/>
            <a:ext cx="4691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2"/>
                </a:solidFill>
                <a:highlight>
                  <a:schemeClr val="accent2"/>
                </a:highlight>
              </a:rPr>
              <a:t>PROCESAMIENTO</a:t>
            </a:r>
            <a:br>
              <a:rPr lang="en" dirty="0">
                <a:solidFill>
                  <a:schemeClr val="lt2"/>
                </a:solidFill>
                <a:highlight>
                  <a:schemeClr val="accent2"/>
                </a:highlight>
              </a:rPr>
            </a:br>
            <a:r>
              <a:rPr lang="en" dirty="0">
                <a:solidFill>
                  <a:schemeClr val="accent2"/>
                </a:solidFill>
              </a:rPr>
              <a:t>DE DATOS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F95A4F-C267-AA28-8731-95B2286DD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02" y="1006643"/>
            <a:ext cx="1714500" cy="15049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19BBA67-E6FA-3307-3FA9-9C4397FEC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02" y="2511593"/>
            <a:ext cx="1714500" cy="172069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D706721-7801-8447-3001-CDBB97F57C76}"/>
              </a:ext>
            </a:extLst>
          </p:cNvPr>
          <p:cNvSpPr txBox="1"/>
          <p:nvPr/>
        </p:nvSpPr>
        <p:spPr>
          <a:xfrm>
            <a:off x="2001402" y="4315071"/>
            <a:ext cx="1714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i="1" u="sng" dirty="0" err="1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hlinkClick r:id="rId5"/>
              </a:rPr>
              <a:t>ddl_dwh_schema.sql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8B0E626-5EB6-D7FF-A191-5473A6572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495" y="3028645"/>
            <a:ext cx="1594203" cy="159420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8B0B624-27D9-2A0A-A899-8C38DBB18E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3346" y="1145379"/>
            <a:ext cx="1594204" cy="1594204"/>
          </a:xfrm>
          <a:prstGeom prst="rect">
            <a:avLst/>
          </a:prstGeom>
        </p:spPr>
      </p:pic>
      <p:sp>
        <p:nvSpPr>
          <p:cNvPr id="14" name="Google Shape;3740;p29">
            <a:extLst>
              <a:ext uri="{FF2B5EF4-FFF2-40B4-BE49-F238E27FC236}">
                <a16:creationId xmlns:a16="http://schemas.microsoft.com/office/drawing/2014/main" id="{824679D5-AB82-60AA-3E83-89F80525058A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0794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9">
          <a:extLst>
            <a:ext uri="{FF2B5EF4-FFF2-40B4-BE49-F238E27FC236}">
              <a16:creationId xmlns:a16="http://schemas.microsoft.com/office/drawing/2014/main" id="{5E93AB65-27CF-6B80-7796-C6EB3D0D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p32">
            <a:extLst>
              <a:ext uri="{FF2B5EF4-FFF2-40B4-BE49-F238E27FC236}">
                <a16:creationId xmlns:a16="http://schemas.microsoft.com/office/drawing/2014/main" id="{C53A8D81-CCA9-03F4-2A97-09109C80FE13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13400" y="27738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2"/>
                </a:solidFill>
                <a:highlight>
                  <a:schemeClr val="accent2"/>
                </a:highlight>
              </a:rPr>
              <a:t>ARQUITECTURA MODULAR DEL SISTEMA ETL</a:t>
            </a:r>
            <a:endParaRPr lang="es-ES" dirty="0">
              <a:solidFill>
                <a:schemeClr val="accent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1B2385-3010-2935-502A-C4768FC27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84" y="890680"/>
            <a:ext cx="4588421" cy="14566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2C58C14-ED16-2420-9D4D-60AA1329DB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09" r="5532" b="1104"/>
          <a:stretch>
            <a:fillRect/>
          </a:stretch>
        </p:blipFill>
        <p:spPr>
          <a:xfrm>
            <a:off x="921605" y="2430133"/>
            <a:ext cx="4588421" cy="14099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993E46-36EE-EB4E-511F-F97E773D1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605" y="3880646"/>
            <a:ext cx="4588421" cy="65987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8363165-FBBB-28BD-BB78-B27AB04091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02" t="1229" r="2954" b="1426"/>
          <a:stretch>
            <a:fillRect/>
          </a:stretch>
        </p:blipFill>
        <p:spPr>
          <a:xfrm>
            <a:off x="5621135" y="1772758"/>
            <a:ext cx="3095892" cy="1597984"/>
          </a:xfrm>
          <a:prstGeom prst="rect">
            <a:avLst/>
          </a:prstGeom>
        </p:spPr>
      </p:pic>
      <p:sp>
        <p:nvSpPr>
          <p:cNvPr id="12" name="Google Shape;3740;p29">
            <a:extLst>
              <a:ext uri="{FF2B5EF4-FFF2-40B4-BE49-F238E27FC236}">
                <a16:creationId xmlns:a16="http://schemas.microsoft.com/office/drawing/2014/main" id="{9BD55A1B-C6AE-FA56-4959-ADBBE33E12B2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467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9">
          <a:extLst>
            <a:ext uri="{FF2B5EF4-FFF2-40B4-BE49-F238E27FC236}">
              <a16:creationId xmlns:a16="http://schemas.microsoft.com/office/drawing/2014/main" id="{0C321FBC-FF48-E42E-A329-EF19D6F6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p32">
            <a:extLst>
              <a:ext uri="{FF2B5EF4-FFF2-40B4-BE49-F238E27FC236}">
                <a16:creationId xmlns:a16="http://schemas.microsoft.com/office/drawing/2014/main" id="{B4550335-032F-4BEE-E1C6-29E3F5A916DE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66740" y="27738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2"/>
                </a:solidFill>
                <a:highlight>
                  <a:schemeClr val="accent2"/>
                </a:highlight>
              </a:rPr>
              <a:t>ESTRTAEGIA DE TRATAMIENTO DE NULLS</a:t>
            </a:r>
            <a:endParaRPr lang="es-ES" dirty="0">
              <a:solidFill>
                <a:schemeClr val="accent2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8A9AAE-9219-BB16-F657-7F7A50C59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2" r="949" b="1355"/>
          <a:stretch>
            <a:fillRect/>
          </a:stretch>
        </p:blipFill>
        <p:spPr>
          <a:xfrm>
            <a:off x="1345493" y="1044157"/>
            <a:ext cx="6453011" cy="259846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F6850FF-E8C4-7D23-90B2-AC0FA547F741}"/>
              </a:ext>
            </a:extLst>
          </p:cNvPr>
          <p:cNvSpPr txBox="1"/>
          <p:nvPr/>
        </p:nvSpPr>
        <p:spPr>
          <a:xfrm>
            <a:off x="1756409" y="3836694"/>
            <a:ext cx="5631180" cy="60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Dim_clubs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:</a:t>
            </a:r>
            <a:r>
              <a:rPr lang="en-US" sz="1400" b="1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chemeClr val="accent1"/>
                </a:solidFill>
                <a:latin typeface="Lexend Deca"/>
              </a:rPr>
              <a:t>club_id</a:t>
            </a:r>
            <a:r>
              <a:rPr lang="en-US" dirty="0">
                <a:solidFill>
                  <a:schemeClr val="accent1"/>
                </a:solidFill>
                <a:latin typeface="Lexend Deca"/>
              </a:rPr>
              <a:t> = 1, </a:t>
            </a:r>
            <a:r>
              <a:rPr lang="en-US" i="1" dirty="0" err="1">
                <a:solidFill>
                  <a:schemeClr val="accent1"/>
                </a:solidFill>
                <a:latin typeface="Lexend Deca"/>
              </a:rPr>
              <a:t>club_name</a:t>
            </a:r>
            <a:r>
              <a:rPr lang="en-US" dirty="0">
                <a:solidFill>
                  <a:schemeClr val="accent1"/>
                </a:solidFill>
                <a:latin typeface="Lexend Deca"/>
              </a:rPr>
              <a:t> = ‘</a:t>
            </a:r>
            <a:r>
              <a:rPr lang="en-US" i="1" dirty="0" err="1">
                <a:solidFill>
                  <a:schemeClr val="accent1"/>
                </a:solidFill>
                <a:latin typeface="Lexend Deca"/>
              </a:rPr>
              <a:t>Desconocido</a:t>
            </a:r>
            <a:r>
              <a:rPr lang="en-US" dirty="0">
                <a:solidFill>
                  <a:schemeClr val="accent1"/>
                </a:solidFill>
                <a:latin typeface="Lexend Deca"/>
              </a:rPr>
              <a:t>’</a:t>
            </a:r>
            <a:endParaRPr lang="es-ES" dirty="0">
              <a:solidFill>
                <a:schemeClr val="accent1"/>
              </a:solidFill>
              <a:latin typeface="Lexend Deca"/>
            </a:endParaRPr>
          </a:p>
          <a:p>
            <a:pPr marL="285750" lvl="0" indent="-2857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Dim_players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:</a:t>
            </a:r>
            <a:r>
              <a:rPr lang="en-US" sz="1400" b="1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chemeClr val="accent1"/>
                </a:solidFill>
                <a:latin typeface="Lexend Deca"/>
              </a:rPr>
              <a:t>player_id</a:t>
            </a:r>
            <a:r>
              <a:rPr lang="en-US" dirty="0">
                <a:solidFill>
                  <a:schemeClr val="accent1"/>
                </a:solidFill>
                <a:latin typeface="Lexend Deca"/>
              </a:rPr>
              <a:t> = -1</a:t>
            </a:r>
            <a:r>
              <a:rPr lang="en-US" i="1" dirty="0">
                <a:solidFill>
                  <a:schemeClr val="accent1"/>
                </a:solidFill>
                <a:latin typeface="Lexend Deca"/>
              </a:rPr>
              <a:t>, </a:t>
            </a:r>
            <a:r>
              <a:rPr lang="en-US" i="1" dirty="0" err="1">
                <a:solidFill>
                  <a:schemeClr val="accent1"/>
                </a:solidFill>
                <a:latin typeface="Lexend Deca"/>
              </a:rPr>
              <a:t>player_name</a:t>
            </a:r>
            <a:r>
              <a:rPr lang="en-US" i="1" dirty="0">
                <a:solidFill>
                  <a:schemeClr val="accent1"/>
                </a:solidFill>
                <a:latin typeface="Lexend Deca"/>
              </a:rPr>
              <a:t> </a:t>
            </a:r>
            <a:r>
              <a:rPr lang="en-US" dirty="0">
                <a:solidFill>
                  <a:schemeClr val="accent1"/>
                </a:solidFill>
                <a:latin typeface="Lexend Deca"/>
              </a:rPr>
              <a:t>= </a:t>
            </a:r>
            <a:r>
              <a:rPr lang="en-US" i="1" dirty="0">
                <a:solidFill>
                  <a:schemeClr val="accent1"/>
                </a:solidFill>
                <a:latin typeface="Lexend Deca"/>
              </a:rPr>
              <a:t>‘</a:t>
            </a:r>
            <a:r>
              <a:rPr lang="en-US" i="1" dirty="0" err="1">
                <a:solidFill>
                  <a:schemeClr val="accent1"/>
                </a:solidFill>
                <a:latin typeface="Lexend Deca"/>
              </a:rPr>
              <a:t>Desconocido</a:t>
            </a:r>
            <a:r>
              <a:rPr lang="en-US" i="1" dirty="0">
                <a:solidFill>
                  <a:schemeClr val="accent1"/>
                </a:solidFill>
                <a:latin typeface="Lexend Deca"/>
              </a:rPr>
              <a:t>’</a:t>
            </a:r>
            <a:endParaRPr lang="es-ES" i="1" dirty="0">
              <a:solidFill>
                <a:schemeClr val="accent1"/>
              </a:solidFill>
              <a:latin typeface="Lexend Deca"/>
            </a:endParaRPr>
          </a:p>
        </p:txBody>
      </p:sp>
      <p:sp>
        <p:nvSpPr>
          <p:cNvPr id="9" name="Google Shape;3740;p29">
            <a:extLst>
              <a:ext uri="{FF2B5EF4-FFF2-40B4-BE49-F238E27FC236}">
                <a16:creationId xmlns:a16="http://schemas.microsoft.com/office/drawing/2014/main" id="{9FC0488B-9506-9895-7D88-2E7EC39E4288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3825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9">
          <a:extLst>
            <a:ext uri="{FF2B5EF4-FFF2-40B4-BE49-F238E27FC236}">
              <a16:creationId xmlns:a16="http://schemas.microsoft.com/office/drawing/2014/main" id="{7EF233DD-0075-B1DE-9324-1340185C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p32">
            <a:extLst>
              <a:ext uri="{FF2B5EF4-FFF2-40B4-BE49-F238E27FC236}">
                <a16:creationId xmlns:a16="http://schemas.microsoft.com/office/drawing/2014/main" id="{A66E2197-B081-8026-28A1-F48278A512E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713400" y="277385"/>
            <a:ext cx="7717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chemeClr val="lt2"/>
                </a:solidFill>
                <a:highlight>
                  <a:schemeClr val="accent2"/>
                </a:highlight>
              </a:rPr>
              <a:t>PROCESO DE CARGA Y RESULTADOS CUANTITATIVOS</a:t>
            </a:r>
            <a:endParaRPr lang="es-ES" sz="2800" dirty="0">
              <a:solidFill>
                <a:schemeClr val="accent2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D90C1A-F064-9BEE-37E5-17B572C865B7}"/>
              </a:ext>
            </a:extLst>
          </p:cNvPr>
          <p:cNvSpPr txBox="1"/>
          <p:nvPr/>
        </p:nvSpPr>
        <p:spPr>
          <a:xfrm>
            <a:off x="1878329" y="3646194"/>
            <a:ext cx="5631180" cy="666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Registros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Originales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del </a:t>
            </a:r>
            <a:r>
              <a:rPr lang="en-US" sz="1600" b="1" i="1" dirty="0">
                <a:solidFill>
                  <a:schemeClr val="accent1"/>
                </a:solidFill>
                <a:latin typeface="Fjalla One" panose="02000506040000020004" pitchFamily="2" charset="0"/>
              </a:rPr>
              <a:t>Dataset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:</a:t>
            </a:r>
            <a:r>
              <a:rPr lang="en-US" sz="1400" b="1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accent1"/>
                </a:solidFill>
                <a:latin typeface="Lexend Deca"/>
                <a:ea typeface="Aptos" panose="020B0004020202020204" pitchFamily="34" charset="0"/>
              </a:rPr>
              <a:t>Más de 5’7 </a:t>
            </a:r>
            <a:r>
              <a:rPr lang="en-US" sz="1800" dirty="0" err="1">
                <a:solidFill>
                  <a:schemeClr val="accent1"/>
                </a:solidFill>
                <a:latin typeface="Lexend Deca"/>
                <a:ea typeface="Aptos" panose="020B0004020202020204" pitchFamily="34" charset="0"/>
              </a:rPr>
              <a:t>Millones</a:t>
            </a:r>
            <a:r>
              <a:rPr lang="en-US" sz="1800" dirty="0">
                <a:solidFill>
                  <a:schemeClr val="accent1"/>
                </a:solidFill>
                <a:latin typeface="Lexend Deca"/>
                <a:ea typeface="Aptos" panose="020B0004020202020204" pitchFamily="34" charset="0"/>
              </a:rPr>
              <a:t>.</a:t>
            </a:r>
          </a:p>
          <a:p>
            <a:pPr algn="just">
              <a:lnSpc>
                <a:spcPct val="107000"/>
              </a:lnSpc>
            </a:pP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Registros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Cargados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Fjalla One" panose="02000506040000020004" pitchFamily="2" charset="0"/>
              </a:rPr>
              <a:t>en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la Fase </a:t>
            </a:r>
            <a:r>
              <a:rPr lang="en-US" sz="1600" b="1" i="1" dirty="0">
                <a:solidFill>
                  <a:schemeClr val="accent1"/>
                </a:solidFill>
                <a:latin typeface="Fjalla One" panose="02000506040000020004" pitchFamily="2" charset="0"/>
              </a:rPr>
              <a:t>Load</a:t>
            </a:r>
            <a:r>
              <a:rPr lang="en-US" sz="1600" b="1" dirty="0">
                <a:solidFill>
                  <a:schemeClr val="accent1"/>
                </a:solidFill>
                <a:latin typeface="Fjalla One" panose="02000506040000020004" pitchFamily="2" charset="0"/>
              </a:rPr>
              <a:t>  del ETL</a:t>
            </a:r>
            <a:r>
              <a:rPr lang="en-US" b="1" dirty="0">
                <a:solidFill>
                  <a:schemeClr val="accent1"/>
                </a:solidFill>
                <a:latin typeface="Fjalla One" panose="02000506040000020004" pitchFamily="2" charset="0"/>
              </a:rPr>
              <a:t>:</a:t>
            </a:r>
            <a:r>
              <a:rPr lang="en-US" sz="1200" b="1" i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i="1" dirty="0">
                <a:solidFill>
                  <a:schemeClr val="accent1"/>
                </a:solidFill>
                <a:latin typeface="Lexend Deca"/>
                <a:ea typeface="Aptos" panose="020B0004020202020204" pitchFamily="34" charset="0"/>
              </a:rPr>
              <a:t>3.176.424.</a:t>
            </a:r>
            <a:endParaRPr lang="en-US" sz="1600" b="1" i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DCEFF9-AE8A-4D16-ED02-42FF5C021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62" y="1036905"/>
            <a:ext cx="6676073" cy="2278747"/>
          </a:xfrm>
          <a:prstGeom prst="rect">
            <a:avLst/>
          </a:prstGeom>
        </p:spPr>
      </p:pic>
      <p:sp>
        <p:nvSpPr>
          <p:cNvPr id="5" name="Google Shape;3740;p29">
            <a:extLst>
              <a:ext uri="{FF2B5EF4-FFF2-40B4-BE49-F238E27FC236}">
                <a16:creationId xmlns:a16="http://schemas.microsoft.com/office/drawing/2014/main" id="{0844084A-6699-706C-BE59-0B4BAAF4FC83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8611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8">
          <a:extLst>
            <a:ext uri="{FF2B5EF4-FFF2-40B4-BE49-F238E27FC236}">
              <a16:creationId xmlns:a16="http://schemas.microsoft.com/office/drawing/2014/main" id="{47E34E07-831F-294E-B4EB-88B1E39A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29">
            <a:extLst>
              <a:ext uri="{FF2B5EF4-FFF2-40B4-BE49-F238E27FC236}">
                <a16:creationId xmlns:a16="http://schemas.microsoft.com/office/drawing/2014/main" id="{7DA9B158-D1A3-8567-79CC-DD5C3DA4F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6950" y="1526450"/>
            <a:ext cx="3560700" cy="17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lt2"/>
                </a:solidFill>
                <a:highlight>
                  <a:schemeClr val="accent2"/>
                </a:highlight>
              </a:rPr>
              <a:t>RESULTADOS</a:t>
            </a:r>
            <a:endParaRPr u="sng" dirty="0">
              <a:solidFill>
                <a:schemeClr val="accent2"/>
              </a:solidFill>
            </a:endParaRPr>
          </a:p>
        </p:txBody>
      </p:sp>
      <p:sp>
        <p:nvSpPr>
          <p:cNvPr id="3740" name="Google Shape;3740;p29">
            <a:extLst>
              <a:ext uri="{FF2B5EF4-FFF2-40B4-BE49-F238E27FC236}">
                <a16:creationId xmlns:a16="http://schemas.microsoft.com/office/drawing/2014/main" id="{C7AFAF2B-CFE7-24AF-B8CA-14B7FBE7EF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13460" y="2444492"/>
            <a:ext cx="1923490" cy="15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741" name="Google Shape;3741;p29">
            <a:extLst>
              <a:ext uri="{FF2B5EF4-FFF2-40B4-BE49-F238E27FC236}">
                <a16:creationId xmlns:a16="http://schemas.microsoft.com/office/drawing/2014/main" id="{414F4399-543D-837D-ECE5-FBAF352A02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7377" y="3285325"/>
            <a:ext cx="2954179" cy="5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s-ES" dirty="0"/>
              <a:t>Consultas OLAP.</a:t>
            </a:r>
          </a:p>
        </p:txBody>
      </p:sp>
      <p:grpSp>
        <p:nvGrpSpPr>
          <p:cNvPr id="3742" name="Google Shape;3742;p29">
            <a:extLst>
              <a:ext uri="{FF2B5EF4-FFF2-40B4-BE49-F238E27FC236}">
                <a16:creationId xmlns:a16="http://schemas.microsoft.com/office/drawing/2014/main" id="{27B1FA2E-DBD5-E99F-6ED0-9D29F57EBCF8}"/>
              </a:ext>
            </a:extLst>
          </p:cNvPr>
          <p:cNvGrpSpPr/>
          <p:nvPr/>
        </p:nvGrpSpPr>
        <p:grpSpPr>
          <a:xfrm>
            <a:off x="5916352" y="755408"/>
            <a:ext cx="1162595" cy="1103546"/>
            <a:chOff x="532200" y="1217125"/>
            <a:chExt cx="2441400" cy="2317400"/>
          </a:xfrm>
        </p:grpSpPr>
        <p:sp>
          <p:nvSpPr>
            <p:cNvPr id="3743" name="Google Shape;3743;p29">
              <a:extLst>
                <a:ext uri="{FF2B5EF4-FFF2-40B4-BE49-F238E27FC236}">
                  <a16:creationId xmlns:a16="http://schemas.microsoft.com/office/drawing/2014/main" id="{AB577B9B-634B-DC46-FC71-42279C225EDB}"/>
                </a:ext>
              </a:extLst>
            </p:cNvPr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9">
              <a:extLst>
                <a:ext uri="{FF2B5EF4-FFF2-40B4-BE49-F238E27FC236}">
                  <a16:creationId xmlns:a16="http://schemas.microsoft.com/office/drawing/2014/main" id="{44D04A4A-8629-6497-4A0C-B36442E80AC0}"/>
                </a:ext>
              </a:extLst>
            </p:cNvPr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CD1F95D2-AF4A-6C94-DCE4-93A86CF38FB2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03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0">
          <a:extLst>
            <a:ext uri="{FF2B5EF4-FFF2-40B4-BE49-F238E27FC236}">
              <a16:creationId xmlns:a16="http://schemas.microsoft.com/office/drawing/2014/main" id="{6CE17152-E2DD-0778-838D-2E1FAE5E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7" name="Google Shape;3857;p34">
            <a:extLst>
              <a:ext uri="{FF2B5EF4-FFF2-40B4-BE49-F238E27FC236}">
                <a16:creationId xmlns:a16="http://schemas.microsoft.com/office/drawing/2014/main" id="{5A11CAED-4999-53F0-781B-C3479E9F6ABA}"/>
              </a:ext>
            </a:extLst>
          </p:cNvPr>
          <p:cNvGrpSpPr/>
          <p:nvPr/>
        </p:nvGrpSpPr>
        <p:grpSpPr>
          <a:xfrm>
            <a:off x="4438005" y="3393816"/>
            <a:ext cx="1219386" cy="1475752"/>
            <a:chOff x="1307748" y="1045862"/>
            <a:chExt cx="2598692" cy="3051776"/>
          </a:xfrm>
        </p:grpSpPr>
        <p:sp>
          <p:nvSpPr>
            <p:cNvPr id="3858" name="Google Shape;3858;p34">
              <a:extLst>
                <a:ext uri="{FF2B5EF4-FFF2-40B4-BE49-F238E27FC236}">
                  <a16:creationId xmlns:a16="http://schemas.microsoft.com/office/drawing/2014/main" id="{355E450F-EADB-079E-39BA-679946F43614}"/>
                </a:ext>
              </a:extLst>
            </p:cNvPr>
            <p:cNvSpPr/>
            <p:nvPr/>
          </p:nvSpPr>
          <p:spPr>
            <a:xfrm flipH="1">
              <a:off x="1307748" y="3996337"/>
              <a:ext cx="663425" cy="101301"/>
            </a:xfrm>
            <a:custGeom>
              <a:avLst/>
              <a:gdLst/>
              <a:ahLst/>
              <a:cxnLst/>
              <a:rect l="l" t="t" r="r" b="b"/>
              <a:pathLst>
                <a:path w="13812" h="2109" extrusionOk="0">
                  <a:moveTo>
                    <a:pt x="6906" y="1"/>
                  </a:moveTo>
                  <a:cubicBezTo>
                    <a:pt x="3084" y="1"/>
                    <a:pt x="1" y="465"/>
                    <a:pt x="1" y="1048"/>
                  </a:cubicBezTo>
                  <a:cubicBezTo>
                    <a:pt x="1" y="1632"/>
                    <a:pt x="3084" y="2108"/>
                    <a:pt x="6906" y="2108"/>
                  </a:cubicBezTo>
                  <a:cubicBezTo>
                    <a:pt x="10716" y="2108"/>
                    <a:pt x="13812" y="1632"/>
                    <a:pt x="13812" y="1048"/>
                  </a:cubicBezTo>
                  <a:cubicBezTo>
                    <a:pt x="13812" y="465"/>
                    <a:pt x="10716" y="1"/>
                    <a:pt x="6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4">
              <a:extLst>
                <a:ext uri="{FF2B5EF4-FFF2-40B4-BE49-F238E27FC236}">
                  <a16:creationId xmlns:a16="http://schemas.microsoft.com/office/drawing/2014/main" id="{B6448C38-2477-A0A2-C181-9DCED6FF880F}"/>
                </a:ext>
              </a:extLst>
            </p:cNvPr>
            <p:cNvSpPr/>
            <p:nvPr/>
          </p:nvSpPr>
          <p:spPr>
            <a:xfrm flipH="1">
              <a:off x="3073123" y="3975203"/>
              <a:ext cx="833316" cy="122435"/>
            </a:xfrm>
            <a:custGeom>
              <a:avLst/>
              <a:gdLst/>
              <a:ahLst/>
              <a:cxnLst/>
              <a:rect l="l" t="t" r="r" b="b"/>
              <a:pathLst>
                <a:path w="17349" h="2549" extrusionOk="0">
                  <a:moveTo>
                    <a:pt x="8669" y="0"/>
                  </a:moveTo>
                  <a:cubicBezTo>
                    <a:pt x="3882" y="0"/>
                    <a:pt x="1" y="572"/>
                    <a:pt x="1" y="1274"/>
                  </a:cubicBezTo>
                  <a:cubicBezTo>
                    <a:pt x="1" y="1977"/>
                    <a:pt x="3882" y="2548"/>
                    <a:pt x="8669" y="2548"/>
                  </a:cubicBezTo>
                  <a:cubicBezTo>
                    <a:pt x="13467" y="2548"/>
                    <a:pt x="17348" y="1977"/>
                    <a:pt x="17348" y="1274"/>
                  </a:cubicBezTo>
                  <a:cubicBezTo>
                    <a:pt x="17348" y="572"/>
                    <a:pt x="13467" y="0"/>
                    <a:pt x="86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34">
              <a:extLst>
                <a:ext uri="{FF2B5EF4-FFF2-40B4-BE49-F238E27FC236}">
                  <a16:creationId xmlns:a16="http://schemas.microsoft.com/office/drawing/2014/main" id="{6653EB37-0A9E-FBAA-2133-159A0A2998A9}"/>
                </a:ext>
              </a:extLst>
            </p:cNvPr>
            <p:cNvSpPr/>
            <p:nvPr/>
          </p:nvSpPr>
          <p:spPr>
            <a:xfrm flipH="1">
              <a:off x="2636224" y="1130639"/>
              <a:ext cx="507896" cy="530759"/>
            </a:xfrm>
            <a:custGeom>
              <a:avLst/>
              <a:gdLst/>
              <a:ahLst/>
              <a:cxnLst/>
              <a:rect l="l" t="t" r="r" b="b"/>
              <a:pathLst>
                <a:path w="10574" h="11050" extrusionOk="0">
                  <a:moveTo>
                    <a:pt x="5597" y="1"/>
                  </a:moveTo>
                  <a:lnTo>
                    <a:pt x="1358" y="739"/>
                  </a:lnTo>
                  <a:lnTo>
                    <a:pt x="858" y="2167"/>
                  </a:lnTo>
                  <a:cubicBezTo>
                    <a:pt x="858" y="2167"/>
                    <a:pt x="584" y="3168"/>
                    <a:pt x="620" y="3882"/>
                  </a:cubicBezTo>
                  <a:cubicBezTo>
                    <a:pt x="632" y="4275"/>
                    <a:pt x="739" y="4668"/>
                    <a:pt x="930" y="5025"/>
                  </a:cubicBezTo>
                  <a:cubicBezTo>
                    <a:pt x="930" y="5025"/>
                    <a:pt x="1" y="6763"/>
                    <a:pt x="180" y="7061"/>
                  </a:cubicBezTo>
                  <a:cubicBezTo>
                    <a:pt x="358" y="7359"/>
                    <a:pt x="1096" y="7359"/>
                    <a:pt x="1096" y="7359"/>
                  </a:cubicBezTo>
                  <a:cubicBezTo>
                    <a:pt x="1620" y="9736"/>
                    <a:pt x="2355" y="10329"/>
                    <a:pt x="3528" y="10329"/>
                  </a:cubicBezTo>
                  <a:cubicBezTo>
                    <a:pt x="3929" y="10329"/>
                    <a:pt x="4382" y="10260"/>
                    <a:pt x="4894" y="10168"/>
                  </a:cubicBezTo>
                  <a:lnTo>
                    <a:pt x="5240" y="11050"/>
                  </a:lnTo>
                  <a:lnTo>
                    <a:pt x="10574" y="8740"/>
                  </a:lnTo>
                  <a:lnTo>
                    <a:pt x="9538" y="6692"/>
                  </a:lnTo>
                  <a:lnTo>
                    <a:pt x="8752" y="1310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34">
              <a:extLst>
                <a:ext uri="{FF2B5EF4-FFF2-40B4-BE49-F238E27FC236}">
                  <a16:creationId xmlns:a16="http://schemas.microsoft.com/office/drawing/2014/main" id="{2A679C01-33D3-6E98-BE96-E762ECC07F25}"/>
                </a:ext>
              </a:extLst>
            </p:cNvPr>
            <p:cNvSpPr/>
            <p:nvPr/>
          </p:nvSpPr>
          <p:spPr>
            <a:xfrm flipH="1">
              <a:off x="2633342" y="1045862"/>
              <a:ext cx="519327" cy="405154"/>
            </a:xfrm>
            <a:custGeom>
              <a:avLst/>
              <a:gdLst/>
              <a:ahLst/>
              <a:cxnLst/>
              <a:rect l="l" t="t" r="r" b="b"/>
              <a:pathLst>
                <a:path w="10812" h="8435" extrusionOk="0">
                  <a:moveTo>
                    <a:pt x="6715" y="0"/>
                  </a:moveTo>
                  <a:cubicBezTo>
                    <a:pt x="6500" y="0"/>
                    <a:pt x="6288" y="7"/>
                    <a:pt x="6084" y="15"/>
                  </a:cubicBezTo>
                  <a:cubicBezTo>
                    <a:pt x="4870" y="51"/>
                    <a:pt x="3525" y="861"/>
                    <a:pt x="3132" y="1158"/>
                  </a:cubicBezTo>
                  <a:cubicBezTo>
                    <a:pt x="3040" y="1230"/>
                    <a:pt x="2918" y="1254"/>
                    <a:pt x="2773" y="1254"/>
                  </a:cubicBezTo>
                  <a:cubicBezTo>
                    <a:pt x="2440" y="1254"/>
                    <a:pt x="1990" y="1123"/>
                    <a:pt x="1536" y="1123"/>
                  </a:cubicBezTo>
                  <a:cubicBezTo>
                    <a:pt x="1364" y="1123"/>
                    <a:pt x="1191" y="1142"/>
                    <a:pt x="1024" y="1194"/>
                  </a:cubicBezTo>
                  <a:cubicBezTo>
                    <a:pt x="215" y="1444"/>
                    <a:pt x="0" y="3301"/>
                    <a:pt x="1096" y="3718"/>
                  </a:cubicBezTo>
                  <a:cubicBezTo>
                    <a:pt x="2191" y="4135"/>
                    <a:pt x="3036" y="3599"/>
                    <a:pt x="3215" y="4814"/>
                  </a:cubicBezTo>
                  <a:cubicBezTo>
                    <a:pt x="3322" y="5564"/>
                    <a:pt x="3703" y="6242"/>
                    <a:pt x="4275" y="6742"/>
                  </a:cubicBezTo>
                  <a:cubicBezTo>
                    <a:pt x="4215" y="6326"/>
                    <a:pt x="4275" y="5897"/>
                    <a:pt x="4465" y="5516"/>
                  </a:cubicBezTo>
                  <a:cubicBezTo>
                    <a:pt x="4655" y="5278"/>
                    <a:pt x="4862" y="5177"/>
                    <a:pt x="5066" y="5177"/>
                  </a:cubicBezTo>
                  <a:cubicBezTo>
                    <a:pt x="5516" y="5177"/>
                    <a:pt x="5955" y="5668"/>
                    <a:pt x="6168" y="6266"/>
                  </a:cubicBezTo>
                  <a:cubicBezTo>
                    <a:pt x="6459" y="7117"/>
                    <a:pt x="7811" y="8435"/>
                    <a:pt x="8494" y="8435"/>
                  </a:cubicBezTo>
                  <a:cubicBezTo>
                    <a:pt x="8508" y="8435"/>
                    <a:pt x="8523" y="8434"/>
                    <a:pt x="8537" y="8433"/>
                  </a:cubicBezTo>
                  <a:cubicBezTo>
                    <a:pt x="8930" y="8397"/>
                    <a:pt x="9323" y="8266"/>
                    <a:pt x="9656" y="8052"/>
                  </a:cubicBezTo>
                  <a:cubicBezTo>
                    <a:pt x="10216" y="7778"/>
                    <a:pt x="10180" y="6861"/>
                    <a:pt x="10228" y="6028"/>
                  </a:cubicBezTo>
                  <a:cubicBezTo>
                    <a:pt x="10275" y="5206"/>
                    <a:pt x="10811" y="4730"/>
                    <a:pt x="10680" y="3242"/>
                  </a:cubicBezTo>
                  <a:cubicBezTo>
                    <a:pt x="10561" y="1754"/>
                    <a:pt x="9561" y="1385"/>
                    <a:pt x="9561" y="1385"/>
                  </a:cubicBezTo>
                  <a:cubicBezTo>
                    <a:pt x="8955" y="183"/>
                    <a:pt x="7795" y="0"/>
                    <a:pt x="67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4">
              <a:extLst>
                <a:ext uri="{FF2B5EF4-FFF2-40B4-BE49-F238E27FC236}">
                  <a16:creationId xmlns:a16="http://schemas.microsoft.com/office/drawing/2014/main" id="{73157AC0-28DC-9E6C-D1A7-9829C322F26B}"/>
                </a:ext>
              </a:extLst>
            </p:cNvPr>
            <p:cNvSpPr/>
            <p:nvPr/>
          </p:nvSpPr>
          <p:spPr>
            <a:xfrm flipH="1">
              <a:off x="2807219" y="2027353"/>
              <a:ext cx="478116" cy="568369"/>
            </a:xfrm>
            <a:custGeom>
              <a:avLst/>
              <a:gdLst/>
              <a:ahLst/>
              <a:cxnLst/>
              <a:rect l="l" t="t" r="r" b="b"/>
              <a:pathLst>
                <a:path w="9954" h="11833" extrusionOk="0">
                  <a:moveTo>
                    <a:pt x="4013" y="1"/>
                  </a:moveTo>
                  <a:cubicBezTo>
                    <a:pt x="4012" y="1"/>
                    <a:pt x="0" y="10942"/>
                    <a:pt x="4084" y="11788"/>
                  </a:cubicBezTo>
                  <a:cubicBezTo>
                    <a:pt x="4231" y="11818"/>
                    <a:pt x="4374" y="11833"/>
                    <a:pt x="4515" y="11833"/>
                  </a:cubicBezTo>
                  <a:cubicBezTo>
                    <a:pt x="8294" y="11833"/>
                    <a:pt x="9954" y="1286"/>
                    <a:pt x="9954" y="1286"/>
                  </a:cubicBezTo>
                  <a:lnTo>
                    <a:pt x="40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4">
              <a:extLst>
                <a:ext uri="{FF2B5EF4-FFF2-40B4-BE49-F238E27FC236}">
                  <a16:creationId xmlns:a16="http://schemas.microsoft.com/office/drawing/2014/main" id="{303F63E1-C514-CF88-8B59-02BC335E2870}"/>
                </a:ext>
              </a:extLst>
            </p:cNvPr>
            <p:cNvSpPr/>
            <p:nvPr/>
          </p:nvSpPr>
          <p:spPr>
            <a:xfrm flipH="1">
              <a:off x="1613665" y="1520084"/>
              <a:ext cx="597668" cy="355537"/>
            </a:xfrm>
            <a:custGeom>
              <a:avLst/>
              <a:gdLst/>
              <a:ahLst/>
              <a:cxnLst/>
              <a:rect l="l" t="t" r="r" b="b"/>
              <a:pathLst>
                <a:path w="12443" h="7402" extrusionOk="0">
                  <a:moveTo>
                    <a:pt x="1024" y="1"/>
                  </a:moveTo>
                  <a:lnTo>
                    <a:pt x="0" y="5990"/>
                  </a:lnTo>
                  <a:cubicBezTo>
                    <a:pt x="0" y="5990"/>
                    <a:pt x="4431" y="7402"/>
                    <a:pt x="7861" y="7402"/>
                  </a:cubicBezTo>
                  <a:cubicBezTo>
                    <a:pt x="9859" y="7402"/>
                    <a:pt x="11518" y="6922"/>
                    <a:pt x="11763" y="5406"/>
                  </a:cubicBezTo>
                  <a:cubicBezTo>
                    <a:pt x="12442" y="1298"/>
                    <a:pt x="1024" y="1"/>
                    <a:pt x="1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4">
              <a:extLst>
                <a:ext uri="{FF2B5EF4-FFF2-40B4-BE49-F238E27FC236}">
                  <a16:creationId xmlns:a16="http://schemas.microsoft.com/office/drawing/2014/main" id="{2CB1177A-FBCB-BEB0-48EC-50D0ABB348D7}"/>
                </a:ext>
              </a:extLst>
            </p:cNvPr>
            <p:cNvSpPr/>
            <p:nvPr/>
          </p:nvSpPr>
          <p:spPr>
            <a:xfrm flipH="1">
              <a:off x="2989405" y="2055932"/>
              <a:ext cx="577303" cy="535178"/>
            </a:xfrm>
            <a:custGeom>
              <a:avLst/>
              <a:gdLst/>
              <a:ahLst/>
              <a:cxnLst/>
              <a:rect l="l" t="t" r="r" b="b"/>
              <a:pathLst>
                <a:path w="12019" h="11142" extrusionOk="0">
                  <a:moveTo>
                    <a:pt x="2191" y="1"/>
                  </a:moveTo>
                  <a:lnTo>
                    <a:pt x="0" y="2739"/>
                  </a:lnTo>
                  <a:cubicBezTo>
                    <a:pt x="0" y="2739"/>
                    <a:pt x="5656" y="9383"/>
                    <a:pt x="9466" y="11038"/>
                  </a:cubicBezTo>
                  <a:cubicBezTo>
                    <a:pt x="9647" y="11109"/>
                    <a:pt x="9816" y="11142"/>
                    <a:pt x="9973" y="11142"/>
                  </a:cubicBezTo>
                  <a:cubicBezTo>
                    <a:pt x="11724" y="11142"/>
                    <a:pt x="12019" y="7068"/>
                    <a:pt x="10490" y="5549"/>
                  </a:cubicBezTo>
                  <a:cubicBezTo>
                    <a:pt x="7501" y="2584"/>
                    <a:pt x="2191" y="1"/>
                    <a:pt x="2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4">
              <a:extLst>
                <a:ext uri="{FF2B5EF4-FFF2-40B4-BE49-F238E27FC236}">
                  <a16:creationId xmlns:a16="http://schemas.microsoft.com/office/drawing/2014/main" id="{C9E4E93D-576F-4851-4EDA-845D37117267}"/>
                </a:ext>
              </a:extLst>
            </p:cNvPr>
            <p:cNvSpPr/>
            <p:nvPr/>
          </p:nvSpPr>
          <p:spPr>
            <a:xfrm flipH="1">
              <a:off x="1633311" y="1714183"/>
              <a:ext cx="558618" cy="567120"/>
            </a:xfrm>
            <a:custGeom>
              <a:avLst/>
              <a:gdLst/>
              <a:ahLst/>
              <a:cxnLst/>
              <a:rect l="l" t="t" r="r" b="b"/>
              <a:pathLst>
                <a:path w="11630" h="11807" extrusionOk="0">
                  <a:moveTo>
                    <a:pt x="8404" y="0"/>
                  </a:moveTo>
                  <a:cubicBezTo>
                    <a:pt x="7175" y="0"/>
                    <a:pt x="5868" y="359"/>
                    <a:pt x="5180" y="1091"/>
                  </a:cubicBezTo>
                  <a:cubicBezTo>
                    <a:pt x="2275" y="4187"/>
                    <a:pt x="1" y="9640"/>
                    <a:pt x="1" y="9640"/>
                  </a:cubicBezTo>
                  <a:lnTo>
                    <a:pt x="3180" y="11807"/>
                  </a:lnTo>
                  <a:cubicBezTo>
                    <a:pt x="3180" y="11807"/>
                    <a:pt x="9800" y="5889"/>
                    <a:pt x="11217" y="1984"/>
                  </a:cubicBezTo>
                  <a:cubicBezTo>
                    <a:pt x="11630" y="675"/>
                    <a:pt x="10090" y="0"/>
                    <a:pt x="84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4">
              <a:extLst>
                <a:ext uri="{FF2B5EF4-FFF2-40B4-BE49-F238E27FC236}">
                  <a16:creationId xmlns:a16="http://schemas.microsoft.com/office/drawing/2014/main" id="{56112FC2-E0BF-30E4-F871-3FB9F6B25484}"/>
                </a:ext>
              </a:extLst>
            </p:cNvPr>
            <p:cNvSpPr/>
            <p:nvPr/>
          </p:nvSpPr>
          <p:spPr>
            <a:xfrm flipH="1">
              <a:off x="1686866" y="2916045"/>
              <a:ext cx="744071" cy="815592"/>
            </a:xfrm>
            <a:custGeom>
              <a:avLst/>
              <a:gdLst/>
              <a:ahLst/>
              <a:cxnLst/>
              <a:rect l="l" t="t" r="r" b="b"/>
              <a:pathLst>
                <a:path w="15491" h="16980" extrusionOk="0">
                  <a:moveTo>
                    <a:pt x="4280" y="0"/>
                  </a:moveTo>
                  <a:cubicBezTo>
                    <a:pt x="3495" y="0"/>
                    <a:pt x="2574" y="137"/>
                    <a:pt x="1536" y="394"/>
                  </a:cubicBezTo>
                  <a:cubicBezTo>
                    <a:pt x="1536" y="394"/>
                    <a:pt x="0" y="1382"/>
                    <a:pt x="333" y="2989"/>
                  </a:cubicBezTo>
                  <a:cubicBezTo>
                    <a:pt x="333" y="4370"/>
                    <a:pt x="12216" y="16979"/>
                    <a:pt x="12216" y="16979"/>
                  </a:cubicBezTo>
                  <a:cubicBezTo>
                    <a:pt x="13657" y="16800"/>
                    <a:pt x="14776" y="16241"/>
                    <a:pt x="15490" y="15217"/>
                  </a:cubicBezTo>
                  <a:cubicBezTo>
                    <a:pt x="12895" y="10109"/>
                    <a:pt x="10870" y="4823"/>
                    <a:pt x="7322" y="3263"/>
                  </a:cubicBezTo>
                  <a:cubicBezTo>
                    <a:pt x="7504" y="976"/>
                    <a:pt x="6376" y="0"/>
                    <a:pt x="42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4">
              <a:extLst>
                <a:ext uri="{FF2B5EF4-FFF2-40B4-BE49-F238E27FC236}">
                  <a16:creationId xmlns:a16="http://schemas.microsoft.com/office/drawing/2014/main" id="{43F1368D-436A-1420-2028-8E43CA779AA8}"/>
                </a:ext>
              </a:extLst>
            </p:cNvPr>
            <p:cNvSpPr/>
            <p:nvPr/>
          </p:nvSpPr>
          <p:spPr>
            <a:xfrm flipH="1">
              <a:off x="1686866" y="3083485"/>
              <a:ext cx="641666" cy="648151"/>
            </a:xfrm>
            <a:custGeom>
              <a:avLst/>
              <a:gdLst/>
              <a:ahLst/>
              <a:cxnLst/>
              <a:rect l="l" t="t" r="r" b="b"/>
              <a:pathLst>
                <a:path w="13359" h="13494" extrusionOk="0">
                  <a:moveTo>
                    <a:pt x="4917" y="1"/>
                  </a:moveTo>
                  <a:cubicBezTo>
                    <a:pt x="2803" y="1"/>
                    <a:pt x="1" y="1975"/>
                    <a:pt x="1226" y="3682"/>
                  </a:cubicBezTo>
                  <a:cubicBezTo>
                    <a:pt x="4750" y="7838"/>
                    <a:pt x="10084" y="13493"/>
                    <a:pt x="10084" y="13493"/>
                  </a:cubicBezTo>
                  <a:cubicBezTo>
                    <a:pt x="11525" y="13314"/>
                    <a:pt x="12644" y="12755"/>
                    <a:pt x="13358" y="11719"/>
                  </a:cubicBezTo>
                  <a:cubicBezTo>
                    <a:pt x="11084" y="7254"/>
                    <a:pt x="9250" y="2646"/>
                    <a:pt x="6441" y="527"/>
                  </a:cubicBezTo>
                  <a:cubicBezTo>
                    <a:pt x="6059" y="159"/>
                    <a:pt x="5516" y="1"/>
                    <a:pt x="4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4">
              <a:extLst>
                <a:ext uri="{FF2B5EF4-FFF2-40B4-BE49-F238E27FC236}">
                  <a16:creationId xmlns:a16="http://schemas.microsoft.com/office/drawing/2014/main" id="{E1432151-4734-2069-487F-88E2E39B881A}"/>
                </a:ext>
              </a:extLst>
            </p:cNvPr>
            <p:cNvSpPr/>
            <p:nvPr/>
          </p:nvSpPr>
          <p:spPr>
            <a:xfrm flipH="1">
              <a:off x="2794633" y="2617525"/>
              <a:ext cx="796667" cy="1258067"/>
            </a:xfrm>
            <a:custGeom>
              <a:avLst/>
              <a:gdLst/>
              <a:ahLst/>
              <a:cxnLst/>
              <a:rect l="l" t="t" r="r" b="b"/>
              <a:pathLst>
                <a:path w="16586" h="26192" extrusionOk="0">
                  <a:moveTo>
                    <a:pt x="11264" y="1"/>
                  </a:moveTo>
                  <a:cubicBezTo>
                    <a:pt x="11264" y="1"/>
                    <a:pt x="3656" y="3989"/>
                    <a:pt x="1822" y="6204"/>
                  </a:cubicBezTo>
                  <a:cubicBezTo>
                    <a:pt x="0" y="8418"/>
                    <a:pt x="3465" y="25111"/>
                    <a:pt x="3465" y="25111"/>
                  </a:cubicBezTo>
                  <a:cubicBezTo>
                    <a:pt x="4141" y="25834"/>
                    <a:pt x="4829" y="26191"/>
                    <a:pt x="5531" y="26191"/>
                  </a:cubicBezTo>
                  <a:cubicBezTo>
                    <a:pt x="6239" y="26191"/>
                    <a:pt x="6962" y="25828"/>
                    <a:pt x="7704" y="25111"/>
                  </a:cubicBezTo>
                  <a:cubicBezTo>
                    <a:pt x="8382" y="20087"/>
                    <a:pt x="8763" y="14133"/>
                    <a:pt x="7573" y="10061"/>
                  </a:cubicBezTo>
                  <a:lnTo>
                    <a:pt x="16586" y="8049"/>
                  </a:lnTo>
                  <a:lnTo>
                    <a:pt x="112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4">
              <a:extLst>
                <a:ext uri="{FF2B5EF4-FFF2-40B4-BE49-F238E27FC236}">
                  <a16:creationId xmlns:a16="http://schemas.microsoft.com/office/drawing/2014/main" id="{6CC9201B-72F8-3F0C-1DBB-596FB0EB4913}"/>
                </a:ext>
              </a:extLst>
            </p:cNvPr>
            <p:cNvSpPr/>
            <p:nvPr/>
          </p:nvSpPr>
          <p:spPr>
            <a:xfrm flipH="1">
              <a:off x="3171496" y="3041889"/>
              <a:ext cx="363174" cy="867467"/>
            </a:xfrm>
            <a:custGeom>
              <a:avLst/>
              <a:gdLst/>
              <a:ahLst/>
              <a:cxnLst/>
              <a:rect l="l" t="t" r="r" b="b"/>
              <a:pathLst>
                <a:path w="7561" h="18060" extrusionOk="0">
                  <a:moveTo>
                    <a:pt x="107" y="0"/>
                  </a:moveTo>
                  <a:cubicBezTo>
                    <a:pt x="0" y="5346"/>
                    <a:pt x="2215" y="16764"/>
                    <a:pt x="2215" y="16764"/>
                  </a:cubicBezTo>
                  <a:cubicBezTo>
                    <a:pt x="2982" y="17585"/>
                    <a:pt x="3760" y="18060"/>
                    <a:pt x="4558" y="18060"/>
                  </a:cubicBezTo>
                  <a:cubicBezTo>
                    <a:pt x="5173" y="18060"/>
                    <a:pt x="5799" y="17778"/>
                    <a:pt x="6441" y="17157"/>
                  </a:cubicBezTo>
                  <a:cubicBezTo>
                    <a:pt x="7108" y="12252"/>
                    <a:pt x="7560" y="5596"/>
                    <a:pt x="6465" y="1536"/>
                  </a:cubicBezTo>
                  <a:lnTo>
                    <a:pt x="6465" y="1536"/>
                  </a:lnTo>
                  <a:cubicBezTo>
                    <a:pt x="6038" y="1572"/>
                    <a:pt x="5559" y="1593"/>
                    <a:pt x="5058" y="1593"/>
                  </a:cubicBezTo>
                  <a:cubicBezTo>
                    <a:pt x="3046" y="1593"/>
                    <a:pt x="698" y="1240"/>
                    <a:pt x="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4">
              <a:extLst>
                <a:ext uri="{FF2B5EF4-FFF2-40B4-BE49-F238E27FC236}">
                  <a16:creationId xmlns:a16="http://schemas.microsoft.com/office/drawing/2014/main" id="{FDF52084-110A-3E91-0876-81DD993C1F0D}"/>
                </a:ext>
              </a:extLst>
            </p:cNvPr>
            <p:cNvSpPr/>
            <p:nvPr/>
          </p:nvSpPr>
          <p:spPr>
            <a:xfrm flipH="1">
              <a:off x="1935094" y="2451141"/>
              <a:ext cx="1115795" cy="608620"/>
            </a:xfrm>
            <a:custGeom>
              <a:avLst/>
              <a:gdLst/>
              <a:ahLst/>
              <a:cxnLst/>
              <a:rect l="l" t="t" r="r" b="b"/>
              <a:pathLst>
                <a:path w="23230" h="12671" extrusionOk="0">
                  <a:moveTo>
                    <a:pt x="8192" y="0"/>
                  </a:moveTo>
                  <a:lnTo>
                    <a:pt x="13" y="2715"/>
                  </a:lnTo>
                  <a:cubicBezTo>
                    <a:pt x="1" y="6834"/>
                    <a:pt x="1382" y="10418"/>
                    <a:pt x="4096" y="12085"/>
                  </a:cubicBezTo>
                  <a:cubicBezTo>
                    <a:pt x="4389" y="12107"/>
                    <a:pt x="4707" y="12118"/>
                    <a:pt x="5044" y="12118"/>
                  </a:cubicBezTo>
                  <a:cubicBezTo>
                    <a:pt x="7748" y="12118"/>
                    <a:pt x="11685" y="11426"/>
                    <a:pt x="13824" y="10537"/>
                  </a:cubicBezTo>
                  <a:cubicBezTo>
                    <a:pt x="15071" y="12230"/>
                    <a:pt x="16703" y="12670"/>
                    <a:pt x="18062" y="12670"/>
                  </a:cubicBezTo>
                  <a:cubicBezTo>
                    <a:pt x="19532" y="12670"/>
                    <a:pt x="20682" y="12156"/>
                    <a:pt x="20682" y="12156"/>
                  </a:cubicBezTo>
                  <a:cubicBezTo>
                    <a:pt x="23230" y="7299"/>
                    <a:pt x="22599" y="3096"/>
                    <a:pt x="22599" y="3096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4">
              <a:extLst>
                <a:ext uri="{FF2B5EF4-FFF2-40B4-BE49-F238E27FC236}">
                  <a16:creationId xmlns:a16="http://schemas.microsoft.com/office/drawing/2014/main" id="{E642AA0D-E5D1-A51E-E356-2D410D33E129}"/>
                </a:ext>
              </a:extLst>
            </p:cNvPr>
            <p:cNvSpPr/>
            <p:nvPr/>
          </p:nvSpPr>
          <p:spPr>
            <a:xfrm flipH="1">
              <a:off x="2358837" y="2515168"/>
              <a:ext cx="647430" cy="377487"/>
            </a:xfrm>
            <a:custGeom>
              <a:avLst/>
              <a:gdLst/>
              <a:ahLst/>
              <a:cxnLst/>
              <a:rect l="l" t="t" r="r" b="b"/>
              <a:pathLst>
                <a:path w="13479" h="7859" extrusionOk="0">
                  <a:moveTo>
                    <a:pt x="12395" y="1"/>
                  </a:moveTo>
                  <a:cubicBezTo>
                    <a:pt x="10871" y="4501"/>
                    <a:pt x="6287" y="6358"/>
                    <a:pt x="0" y="6728"/>
                  </a:cubicBezTo>
                  <a:lnTo>
                    <a:pt x="512" y="7859"/>
                  </a:lnTo>
                  <a:cubicBezTo>
                    <a:pt x="12740" y="7478"/>
                    <a:pt x="13478" y="346"/>
                    <a:pt x="13478" y="346"/>
                  </a:cubicBezTo>
                  <a:lnTo>
                    <a:pt x="123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4">
              <a:extLst>
                <a:ext uri="{FF2B5EF4-FFF2-40B4-BE49-F238E27FC236}">
                  <a16:creationId xmlns:a16="http://schemas.microsoft.com/office/drawing/2014/main" id="{7258D862-D705-09CD-C0B3-B55960B72509}"/>
                </a:ext>
              </a:extLst>
            </p:cNvPr>
            <p:cNvSpPr/>
            <p:nvPr/>
          </p:nvSpPr>
          <p:spPr>
            <a:xfrm flipH="1">
              <a:off x="2172426" y="2780546"/>
              <a:ext cx="214513" cy="223639"/>
            </a:xfrm>
            <a:custGeom>
              <a:avLst/>
              <a:gdLst/>
              <a:ahLst/>
              <a:cxnLst/>
              <a:rect l="l" t="t" r="r" b="b"/>
              <a:pathLst>
                <a:path w="4466" h="4656" extrusionOk="0">
                  <a:moveTo>
                    <a:pt x="4466" y="0"/>
                  </a:moveTo>
                  <a:cubicBezTo>
                    <a:pt x="2846" y="2477"/>
                    <a:pt x="1" y="3679"/>
                    <a:pt x="1" y="3679"/>
                  </a:cubicBezTo>
                  <a:cubicBezTo>
                    <a:pt x="263" y="4048"/>
                    <a:pt x="572" y="4370"/>
                    <a:pt x="918" y="4655"/>
                  </a:cubicBezTo>
                  <a:cubicBezTo>
                    <a:pt x="3989" y="2631"/>
                    <a:pt x="4466" y="0"/>
                    <a:pt x="4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4">
              <a:extLst>
                <a:ext uri="{FF2B5EF4-FFF2-40B4-BE49-F238E27FC236}">
                  <a16:creationId xmlns:a16="http://schemas.microsoft.com/office/drawing/2014/main" id="{5FB27F89-07FF-2492-98B4-AB218A3DF020}"/>
                </a:ext>
              </a:extLst>
            </p:cNvPr>
            <p:cNvSpPr/>
            <p:nvPr/>
          </p:nvSpPr>
          <p:spPr>
            <a:xfrm flipH="1">
              <a:off x="1928225" y="1490737"/>
              <a:ext cx="1236453" cy="1109839"/>
            </a:xfrm>
            <a:custGeom>
              <a:avLst/>
              <a:gdLst/>
              <a:ahLst/>
              <a:cxnLst/>
              <a:rect l="l" t="t" r="r" b="b"/>
              <a:pathLst>
                <a:path w="25742" h="23106" extrusionOk="0">
                  <a:moveTo>
                    <a:pt x="16139" y="1"/>
                  </a:moveTo>
                  <a:cubicBezTo>
                    <a:pt x="15772" y="1"/>
                    <a:pt x="15415" y="9"/>
                    <a:pt x="15074" y="28"/>
                  </a:cubicBezTo>
                  <a:cubicBezTo>
                    <a:pt x="11442" y="219"/>
                    <a:pt x="10585" y="397"/>
                    <a:pt x="10585" y="397"/>
                  </a:cubicBezTo>
                  <a:cubicBezTo>
                    <a:pt x="10014" y="1540"/>
                    <a:pt x="7763" y="2576"/>
                    <a:pt x="5418" y="2945"/>
                  </a:cubicBezTo>
                  <a:cubicBezTo>
                    <a:pt x="5418" y="2945"/>
                    <a:pt x="2132" y="6374"/>
                    <a:pt x="1846" y="7458"/>
                  </a:cubicBezTo>
                  <a:cubicBezTo>
                    <a:pt x="1548" y="8529"/>
                    <a:pt x="0" y="15006"/>
                    <a:pt x="0" y="15006"/>
                  </a:cubicBezTo>
                  <a:cubicBezTo>
                    <a:pt x="1364" y="15870"/>
                    <a:pt x="4429" y="16907"/>
                    <a:pt x="6641" y="16907"/>
                  </a:cubicBezTo>
                  <a:cubicBezTo>
                    <a:pt x="6748" y="16907"/>
                    <a:pt x="6852" y="16904"/>
                    <a:pt x="6954" y="16899"/>
                  </a:cubicBezTo>
                  <a:lnTo>
                    <a:pt x="8061" y="13470"/>
                  </a:lnTo>
                  <a:cubicBezTo>
                    <a:pt x="9371" y="15471"/>
                    <a:pt x="10037" y="17673"/>
                    <a:pt x="10561" y="20007"/>
                  </a:cubicBezTo>
                  <a:cubicBezTo>
                    <a:pt x="15008" y="22047"/>
                    <a:pt x="19841" y="23105"/>
                    <a:pt x="24738" y="23105"/>
                  </a:cubicBezTo>
                  <a:cubicBezTo>
                    <a:pt x="25072" y="23105"/>
                    <a:pt x="25407" y="23101"/>
                    <a:pt x="25742" y="23091"/>
                  </a:cubicBezTo>
                  <a:cubicBezTo>
                    <a:pt x="25289" y="17328"/>
                    <a:pt x="24849" y="12839"/>
                    <a:pt x="21348" y="7624"/>
                  </a:cubicBezTo>
                  <a:lnTo>
                    <a:pt x="21348" y="7624"/>
                  </a:lnTo>
                  <a:lnTo>
                    <a:pt x="24706" y="8220"/>
                  </a:lnTo>
                  <a:cubicBezTo>
                    <a:pt x="25027" y="6589"/>
                    <a:pt x="24908" y="2148"/>
                    <a:pt x="24158" y="802"/>
                  </a:cubicBezTo>
                  <a:cubicBezTo>
                    <a:pt x="24158" y="802"/>
                    <a:pt x="19681" y="1"/>
                    <a:pt x="161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4" name="Google Shape;3874;p34">
              <a:extLst>
                <a:ext uri="{FF2B5EF4-FFF2-40B4-BE49-F238E27FC236}">
                  <a16:creationId xmlns:a16="http://schemas.microsoft.com/office/drawing/2014/main" id="{85CEC5B9-7CA5-0C6F-2230-C12518FA1C38}"/>
                </a:ext>
              </a:extLst>
            </p:cNvPr>
            <p:cNvSpPr/>
            <p:nvPr/>
          </p:nvSpPr>
          <p:spPr>
            <a:xfrm flipH="1">
              <a:off x="3168084" y="3847101"/>
              <a:ext cx="634269" cy="195396"/>
            </a:xfrm>
            <a:custGeom>
              <a:avLst/>
              <a:gdLst/>
              <a:ahLst/>
              <a:cxnLst/>
              <a:rect l="l" t="t" r="r" b="b"/>
              <a:pathLst>
                <a:path w="13205" h="4068" extrusionOk="0">
                  <a:moveTo>
                    <a:pt x="7788" y="0"/>
                  </a:moveTo>
                  <a:cubicBezTo>
                    <a:pt x="7788" y="0"/>
                    <a:pt x="2430" y="1155"/>
                    <a:pt x="1132" y="2417"/>
                  </a:cubicBezTo>
                  <a:cubicBezTo>
                    <a:pt x="1" y="3286"/>
                    <a:pt x="358" y="3822"/>
                    <a:pt x="3870" y="3941"/>
                  </a:cubicBezTo>
                  <a:cubicBezTo>
                    <a:pt x="5158" y="3995"/>
                    <a:pt x="6856" y="4068"/>
                    <a:pt x="8389" y="4068"/>
                  </a:cubicBezTo>
                  <a:cubicBezTo>
                    <a:pt x="9891" y="4068"/>
                    <a:pt x="11235" y="3998"/>
                    <a:pt x="11883" y="3774"/>
                  </a:cubicBezTo>
                  <a:cubicBezTo>
                    <a:pt x="13205" y="3334"/>
                    <a:pt x="12014" y="393"/>
                    <a:pt x="12014" y="393"/>
                  </a:cubicBezTo>
                  <a:lnTo>
                    <a:pt x="12014" y="393"/>
                  </a:lnTo>
                  <a:cubicBezTo>
                    <a:pt x="11464" y="595"/>
                    <a:pt x="10887" y="695"/>
                    <a:pt x="10313" y="695"/>
                  </a:cubicBezTo>
                  <a:cubicBezTo>
                    <a:pt x="9433" y="695"/>
                    <a:pt x="8558" y="461"/>
                    <a:pt x="77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4">
              <a:extLst>
                <a:ext uri="{FF2B5EF4-FFF2-40B4-BE49-F238E27FC236}">
                  <a16:creationId xmlns:a16="http://schemas.microsoft.com/office/drawing/2014/main" id="{2D69B485-580D-1C25-9098-624973E0F90C}"/>
                </a:ext>
              </a:extLst>
            </p:cNvPr>
            <p:cNvSpPr/>
            <p:nvPr/>
          </p:nvSpPr>
          <p:spPr>
            <a:xfrm flipH="1">
              <a:off x="3188069" y="3044723"/>
              <a:ext cx="101301" cy="56102"/>
            </a:xfrm>
            <a:custGeom>
              <a:avLst/>
              <a:gdLst/>
              <a:ahLst/>
              <a:cxnLst/>
              <a:rect l="l" t="t" r="r" b="b"/>
              <a:pathLst>
                <a:path w="2109" h="1168" extrusionOk="0">
                  <a:moveTo>
                    <a:pt x="1" y="1"/>
                  </a:moveTo>
                  <a:lnTo>
                    <a:pt x="1287" y="1167"/>
                  </a:lnTo>
                  <a:lnTo>
                    <a:pt x="2108" y="977"/>
                  </a:lnTo>
                  <a:cubicBezTo>
                    <a:pt x="1358" y="763"/>
                    <a:pt x="656" y="429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4">
              <a:extLst>
                <a:ext uri="{FF2B5EF4-FFF2-40B4-BE49-F238E27FC236}">
                  <a16:creationId xmlns:a16="http://schemas.microsoft.com/office/drawing/2014/main" id="{FCD07CB6-2EF0-7EF8-F095-549226683935}"/>
                </a:ext>
              </a:extLst>
            </p:cNvPr>
            <p:cNvSpPr/>
            <p:nvPr/>
          </p:nvSpPr>
          <p:spPr>
            <a:xfrm flipH="1">
              <a:off x="3194936" y="3176860"/>
              <a:ext cx="330031" cy="138141"/>
            </a:xfrm>
            <a:custGeom>
              <a:avLst/>
              <a:gdLst/>
              <a:ahLst/>
              <a:cxnLst/>
              <a:rect l="l" t="t" r="r" b="b"/>
              <a:pathLst>
                <a:path w="6871" h="2876" extrusionOk="0">
                  <a:moveTo>
                    <a:pt x="0" y="0"/>
                  </a:moveTo>
                  <a:lnTo>
                    <a:pt x="167" y="1607"/>
                  </a:lnTo>
                  <a:cubicBezTo>
                    <a:pt x="1190" y="2489"/>
                    <a:pt x="2852" y="2875"/>
                    <a:pt x="4466" y="2875"/>
                  </a:cubicBezTo>
                  <a:cubicBezTo>
                    <a:pt x="5314" y="2875"/>
                    <a:pt x="6149" y="2769"/>
                    <a:pt x="6870" y="2572"/>
                  </a:cubicBezTo>
                  <a:lnTo>
                    <a:pt x="6716" y="941"/>
                  </a:lnTo>
                  <a:cubicBezTo>
                    <a:pt x="6016" y="1154"/>
                    <a:pt x="5189" y="1269"/>
                    <a:pt x="4337" y="1269"/>
                  </a:cubicBezTo>
                  <a:cubicBezTo>
                    <a:pt x="2768" y="1269"/>
                    <a:pt x="1112" y="88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4">
              <a:extLst>
                <a:ext uri="{FF2B5EF4-FFF2-40B4-BE49-F238E27FC236}">
                  <a16:creationId xmlns:a16="http://schemas.microsoft.com/office/drawing/2014/main" id="{09BD5CBF-D91D-03D4-103E-EBA86AA6E1E9}"/>
                </a:ext>
              </a:extLst>
            </p:cNvPr>
            <p:cNvSpPr/>
            <p:nvPr/>
          </p:nvSpPr>
          <p:spPr>
            <a:xfrm flipH="1">
              <a:off x="1487294" y="3626153"/>
              <a:ext cx="364807" cy="432821"/>
            </a:xfrm>
            <a:custGeom>
              <a:avLst/>
              <a:gdLst/>
              <a:ahLst/>
              <a:cxnLst/>
              <a:rect l="l" t="t" r="r" b="b"/>
              <a:pathLst>
                <a:path w="7595" h="9011" extrusionOk="0">
                  <a:moveTo>
                    <a:pt x="2331" y="1"/>
                  </a:moveTo>
                  <a:cubicBezTo>
                    <a:pt x="982" y="1"/>
                    <a:pt x="1" y="1055"/>
                    <a:pt x="165" y="2195"/>
                  </a:cubicBezTo>
                  <a:cubicBezTo>
                    <a:pt x="165" y="2195"/>
                    <a:pt x="629" y="2647"/>
                    <a:pt x="1141" y="3790"/>
                  </a:cubicBezTo>
                  <a:cubicBezTo>
                    <a:pt x="1665" y="4933"/>
                    <a:pt x="1820" y="5600"/>
                    <a:pt x="1725" y="6255"/>
                  </a:cubicBezTo>
                  <a:cubicBezTo>
                    <a:pt x="1629" y="6910"/>
                    <a:pt x="820" y="8160"/>
                    <a:pt x="1641" y="8624"/>
                  </a:cubicBezTo>
                  <a:cubicBezTo>
                    <a:pt x="2014" y="8833"/>
                    <a:pt x="3001" y="9011"/>
                    <a:pt x="4027" y="9011"/>
                  </a:cubicBezTo>
                  <a:cubicBezTo>
                    <a:pt x="5228" y="9011"/>
                    <a:pt x="6483" y="8767"/>
                    <a:pt x="6868" y="8041"/>
                  </a:cubicBezTo>
                  <a:cubicBezTo>
                    <a:pt x="7594" y="6708"/>
                    <a:pt x="7380" y="6005"/>
                    <a:pt x="6047" y="3755"/>
                  </a:cubicBezTo>
                  <a:cubicBezTo>
                    <a:pt x="5285" y="2457"/>
                    <a:pt x="4368" y="1254"/>
                    <a:pt x="3320" y="183"/>
                  </a:cubicBezTo>
                  <a:cubicBezTo>
                    <a:pt x="2977" y="57"/>
                    <a:pt x="2644" y="1"/>
                    <a:pt x="23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4">
              <a:extLst>
                <a:ext uri="{FF2B5EF4-FFF2-40B4-BE49-F238E27FC236}">
                  <a16:creationId xmlns:a16="http://schemas.microsoft.com/office/drawing/2014/main" id="{E5EF8E7D-0699-7490-FB92-BF66F76B2233}"/>
                </a:ext>
              </a:extLst>
            </p:cNvPr>
            <p:cNvSpPr/>
            <p:nvPr/>
          </p:nvSpPr>
          <p:spPr>
            <a:xfrm flipH="1">
              <a:off x="1923090" y="3144438"/>
              <a:ext cx="314565" cy="210286"/>
            </a:xfrm>
            <a:custGeom>
              <a:avLst/>
              <a:gdLst/>
              <a:ahLst/>
              <a:cxnLst/>
              <a:rect l="l" t="t" r="r" b="b"/>
              <a:pathLst>
                <a:path w="6549" h="4378" extrusionOk="0">
                  <a:moveTo>
                    <a:pt x="4635" y="0"/>
                  </a:moveTo>
                  <a:cubicBezTo>
                    <a:pt x="2562" y="0"/>
                    <a:pt x="73" y="1205"/>
                    <a:pt x="0" y="3187"/>
                  </a:cubicBezTo>
                  <a:lnTo>
                    <a:pt x="977" y="4378"/>
                  </a:lnTo>
                  <a:cubicBezTo>
                    <a:pt x="798" y="2337"/>
                    <a:pt x="3183" y="1187"/>
                    <a:pt x="5313" y="1187"/>
                  </a:cubicBezTo>
                  <a:cubicBezTo>
                    <a:pt x="5743" y="1187"/>
                    <a:pt x="6163" y="1234"/>
                    <a:pt x="6549" y="1330"/>
                  </a:cubicBezTo>
                  <a:cubicBezTo>
                    <a:pt x="6251" y="877"/>
                    <a:pt x="5906" y="461"/>
                    <a:pt x="5513" y="80"/>
                  </a:cubicBezTo>
                  <a:cubicBezTo>
                    <a:pt x="5235" y="26"/>
                    <a:pt x="4940" y="0"/>
                    <a:pt x="46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4">
              <a:extLst>
                <a:ext uri="{FF2B5EF4-FFF2-40B4-BE49-F238E27FC236}">
                  <a16:creationId xmlns:a16="http://schemas.microsoft.com/office/drawing/2014/main" id="{6B356222-EA3E-6597-7F5A-F86E31CDA03B}"/>
                </a:ext>
              </a:extLst>
            </p:cNvPr>
            <p:cNvSpPr/>
            <p:nvPr/>
          </p:nvSpPr>
          <p:spPr>
            <a:xfrm flipH="1">
              <a:off x="2752321" y="2046806"/>
              <a:ext cx="25217" cy="132137"/>
            </a:xfrm>
            <a:custGeom>
              <a:avLst/>
              <a:gdLst/>
              <a:ahLst/>
              <a:cxnLst/>
              <a:rect l="l" t="t" r="r" b="b"/>
              <a:pathLst>
                <a:path w="525" h="2751" extrusionOk="0">
                  <a:moveTo>
                    <a:pt x="501" y="0"/>
                  </a:moveTo>
                  <a:lnTo>
                    <a:pt x="1" y="1882"/>
                  </a:lnTo>
                  <a:lnTo>
                    <a:pt x="525" y="2751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34">
              <a:extLst>
                <a:ext uri="{FF2B5EF4-FFF2-40B4-BE49-F238E27FC236}">
                  <a16:creationId xmlns:a16="http://schemas.microsoft.com/office/drawing/2014/main" id="{A00E72BA-662C-1380-23CA-066818D12608}"/>
                </a:ext>
              </a:extLst>
            </p:cNvPr>
            <p:cNvSpPr/>
            <p:nvPr/>
          </p:nvSpPr>
          <p:spPr>
            <a:xfrm flipH="1">
              <a:off x="2110081" y="1776865"/>
              <a:ext cx="42365" cy="84681"/>
            </a:xfrm>
            <a:custGeom>
              <a:avLst/>
              <a:gdLst/>
              <a:ahLst/>
              <a:cxnLst/>
              <a:rect l="l" t="t" r="r" b="b"/>
              <a:pathLst>
                <a:path w="882" h="1763" extrusionOk="0">
                  <a:moveTo>
                    <a:pt x="0" y="1"/>
                  </a:moveTo>
                  <a:lnTo>
                    <a:pt x="0" y="1"/>
                  </a:lnTo>
                  <a:cubicBezTo>
                    <a:pt x="262" y="596"/>
                    <a:pt x="381" y="1144"/>
                    <a:pt x="274" y="1656"/>
                  </a:cubicBezTo>
                  <a:lnTo>
                    <a:pt x="881" y="1763"/>
                  </a:lnTo>
                  <a:cubicBezTo>
                    <a:pt x="881" y="1763"/>
                    <a:pt x="691" y="524"/>
                    <a:pt x="0" y="1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34">
              <a:extLst>
                <a:ext uri="{FF2B5EF4-FFF2-40B4-BE49-F238E27FC236}">
                  <a16:creationId xmlns:a16="http://schemas.microsoft.com/office/drawing/2014/main" id="{AE5FE081-5A32-8874-8AEF-B47AED6F1226}"/>
                </a:ext>
              </a:extLst>
            </p:cNvPr>
            <p:cNvSpPr/>
            <p:nvPr/>
          </p:nvSpPr>
          <p:spPr>
            <a:xfrm flipH="1">
              <a:off x="3154350" y="2221211"/>
              <a:ext cx="30357" cy="153320"/>
            </a:xfrm>
            <a:custGeom>
              <a:avLst/>
              <a:gdLst/>
              <a:ahLst/>
              <a:cxnLst/>
              <a:rect l="l" t="t" r="r" b="b"/>
              <a:pathLst>
                <a:path w="632" h="3192" extrusionOk="0">
                  <a:moveTo>
                    <a:pt x="1" y="1"/>
                  </a:moveTo>
                  <a:lnTo>
                    <a:pt x="84" y="3192"/>
                  </a:lnTo>
                  <a:lnTo>
                    <a:pt x="632" y="4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4">
              <a:extLst>
                <a:ext uri="{FF2B5EF4-FFF2-40B4-BE49-F238E27FC236}">
                  <a16:creationId xmlns:a16="http://schemas.microsoft.com/office/drawing/2014/main" id="{0D8D7205-7B40-2277-12CA-B1405DBDA11A}"/>
                </a:ext>
              </a:extLst>
            </p:cNvPr>
            <p:cNvSpPr/>
            <p:nvPr/>
          </p:nvSpPr>
          <p:spPr>
            <a:xfrm flipH="1">
              <a:off x="3364777" y="1906792"/>
              <a:ext cx="495888" cy="320905"/>
            </a:xfrm>
            <a:custGeom>
              <a:avLst/>
              <a:gdLst/>
              <a:ahLst/>
              <a:cxnLst/>
              <a:rect l="l" t="t" r="r" b="b"/>
              <a:pathLst>
                <a:path w="10324" h="6681" extrusionOk="0">
                  <a:moveTo>
                    <a:pt x="4889" y="1"/>
                  </a:moveTo>
                  <a:cubicBezTo>
                    <a:pt x="4852" y="1"/>
                    <a:pt x="4826" y="8"/>
                    <a:pt x="4811" y="22"/>
                  </a:cubicBezTo>
                  <a:cubicBezTo>
                    <a:pt x="4263" y="594"/>
                    <a:pt x="6049" y="1784"/>
                    <a:pt x="5680" y="1939"/>
                  </a:cubicBezTo>
                  <a:cubicBezTo>
                    <a:pt x="5657" y="1948"/>
                    <a:pt x="5623" y="1952"/>
                    <a:pt x="5580" y="1952"/>
                  </a:cubicBezTo>
                  <a:cubicBezTo>
                    <a:pt x="4970" y="1952"/>
                    <a:pt x="2453" y="1118"/>
                    <a:pt x="1381" y="1118"/>
                  </a:cubicBezTo>
                  <a:cubicBezTo>
                    <a:pt x="1311" y="1118"/>
                    <a:pt x="1248" y="1122"/>
                    <a:pt x="1191" y="1129"/>
                  </a:cubicBezTo>
                  <a:cubicBezTo>
                    <a:pt x="655" y="1129"/>
                    <a:pt x="370" y="1868"/>
                    <a:pt x="774" y="2153"/>
                  </a:cubicBezTo>
                  <a:cubicBezTo>
                    <a:pt x="250" y="2165"/>
                    <a:pt x="0" y="3189"/>
                    <a:pt x="1060" y="3403"/>
                  </a:cubicBezTo>
                  <a:cubicBezTo>
                    <a:pt x="584" y="3677"/>
                    <a:pt x="715" y="4463"/>
                    <a:pt x="1608" y="4630"/>
                  </a:cubicBezTo>
                  <a:cubicBezTo>
                    <a:pt x="1358" y="4927"/>
                    <a:pt x="1667" y="5487"/>
                    <a:pt x="2715" y="5892"/>
                  </a:cubicBezTo>
                  <a:cubicBezTo>
                    <a:pt x="3814" y="6414"/>
                    <a:pt x="5009" y="6680"/>
                    <a:pt x="6218" y="6680"/>
                  </a:cubicBezTo>
                  <a:cubicBezTo>
                    <a:pt x="6554" y="6680"/>
                    <a:pt x="6891" y="6660"/>
                    <a:pt x="7228" y="6618"/>
                  </a:cubicBezTo>
                  <a:cubicBezTo>
                    <a:pt x="9097" y="6511"/>
                    <a:pt x="10323" y="4785"/>
                    <a:pt x="8787" y="3403"/>
                  </a:cubicBezTo>
                  <a:cubicBezTo>
                    <a:pt x="8185" y="1519"/>
                    <a:pt x="5433" y="1"/>
                    <a:pt x="48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4">
              <a:extLst>
                <a:ext uri="{FF2B5EF4-FFF2-40B4-BE49-F238E27FC236}">
                  <a16:creationId xmlns:a16="http://schemas.microsoft.com/office/drawing/2014/main" id="{8D690D28-A22B-ECDF-47BE-B9E30BF37CD3}"/>
                </a:ext>
              </a:extLst>
            </p:cNvPr>
            <p:cNvSpPr/>
            <p:nvPr/>
          </p:nvSpPr>
          <p:spPr>
            <a:xfrm flipH="1">
              <a:off x="3677613" y="2010205"/>
              <a:ext cx="145875" cy="39483"/>
            </a:xfrm>
            <a:custGeom>
              <a:avLst/>
              <a:gdLst/>
              <a:ahLst/>
              <a:cxnLst/>
              <a:rect l="l" t="t" r="r" b="b"/>
              <a:pathLst>
                <a:path w="3037" h="822" extrusionOk="0">
                  <a:moveTo>
                    <a:pt x="0" y="0"/>
                  </a:moveTo>
                  <a:lnTo>
                    <a:pt x="3025" y="822"/>
                  </a:lnTo>
                  <a:lnTo>
                    <a:pt x="3036" y="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4">
              <a:extLst>
                <a:ext uri="{FF2B5EF4-FFF2-40B4-BE49-F238E27FC236}">
                  <a16:creationId xmlns:a16="http://schemas.microsoft.com/office/drawing/2014/main" id="{92AEE64B-CE56-E4CD-93C5-7C878BA94FDF}"/>
                </a:ext>
              </a:extLst>
            </p:cNvPr>
            <p:cNvSpPr/>
            <p:nvPr/>
          </p:nvSpPr>
          <p:spPr>
            <a:xfrm flipH="1">
              <a:off x="3675884" y="2070245"/>
              <a:ext cx="133867" cy="37225"/>
            </a:xfrm>
            <a:custGeom>
              <a:avLst/>
              <a:gdLst/>
              <a:ahLst/>
              <a:cxnLst/>
              <a:rect l="l" t="t" r="r" b="b"/>
              <a:pathLst>
                <a:path w="2787" h="775" extrusionOk="0">
                  <a:moveTo>
                    <a:pt x="0" y="0"/>
                  </a:moveTo>
                  <a:lnTo>
                    <a:pt x="2774" y="774"/>
                  </a:lnTo>
                  <a:lnTo>
                    <a:pt x="2786" y="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4">
              <a:extLst>
                <a:ext uri="{FF2B5EF4-FFF2-40B4-BE49-F238E27FC236}">
                  <a16:creationId xmlns:a16="http://schemas.microsoft.com/office/drawing/2014/main" id="{F6EAF39F-788F-3D25-C3B2-66F17A4791E0}"/>
                </a:ext>
              </a:extLst>
            </p:cNvPr>
            <p:cNvSpPr/>
            <p:nvPr/>
          </p:nvSpPr>
          <p:spPr>
            <a:xfrm flipH="1">
              <a:off x="3666181" y="2129709"/>
              <a:ext cx="118448" cy="34391"/>
            </a:xfrm>
            <a:custGeom>
              <a:avLst/>
              <a:gdLst/>
              <a:ahLst/>
              <a:cxnLst/>
              <a:rect l="l" t="t" r="r" b="b"/>
              <a:pathLst>
                <a:path w="2466" h="716" extrusionOk="0">
                  <a:moveTo>
                    <a:pt x="1" y="1"/>
                  </a:moveTo>
                  <a:lnTo>
                    <a:pt x="2466" y="715"/>
                  </a:lnTo>
                  <a:lnTo>
                    <a:pt x="2466" y="5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4">
              <a:extLst>
                <a:ext uri="{FF2B5EF4-FFF2-40B4-BE49-F238E27FC236}">
                  <a16:creationId xmlns:a16="http://schemas.microsoft.com/office/drawing/2014/main" id="{08758B69-D4C4-98DF-AB40-F91FD8C800FD}"/>
                </a:ext>
              </a:extLst>
            </p:cNvPr>
            <p:cNvSpPr/>
            <p:nvPr/>
          </p:nvSpPr>
          <p:spPr>
            <a:xfrm flipH="1">
              <a:off x="3452294" y="2211508"/>
              <a:ext cx="80118" cy="27379"/>
            </a:xfrm>
            <a:custGeom>
              <a:avLst/>
              <a:gdLst/>
              <a:ahLst/>
              <a:cxnLst/>
              <a:rect l="l" t="t" r="r" b="b"/>
              <a:pathLst>
                <a:path w="1668" h="570" extrusionOk="0">
                  <a:moveTo>
                    <a:pt x="1668" y="0"/>
                  </a:moveTo>
                  <a:cubicBezTo>
                    <a:pt x="1264" y="216"/>
                    <a:pt x="815" y="336"/>
                    <a:pt x="363" y="336"/>
                  </a:cubicBezTo>
                  <a:cubicBezTo>
                    <a:pt x="242" y="336"/>
                    <a:pt x="121" y="327"/>
                    <a:pt x="1" y="310"/>
                  </a:cubicBezTo>
                  <a:lnTo>
                    <a:pt x="1" y="310"/>
                  </a:lnTo>
                  <a:lnTo>
                    <a:pt x="227" y="560"/>
                  </a:lnTo>
                  <a:cubicBezTo>
                    <a:pt x="286" y="566"/>
                    <a:pt x="345" y="570"/>
                    <a:pt x="404" y="570"/>
                  </a:cubicBezTo>
                  <a:cubicBezTo>
                    <a:pt x="879" y="570"/>
                    <a:pt x="1339" y="360"/>
                    <a:pt x="16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4">
              <a:extLst>
                <a:ext uri="{FF2B5EF4-FFF2-40B4-BE49-F238E27FC236}">
                  <a16:creationId xmlns:a16="http://schemas.microsoft.com/office/drawing/2014/main" id="{FF9F3FF7-FE35-3623-E4E8-D08A64004713}"/>
                </a:ext>
              </a:extLst>
            </p:cNvPr>
            <p:cNvSpPr/>
            <p:nvPr/>
          </p:nvSpPr>
          <p:spPr>
            <a:xfrm flipH="1">
              <a:off x="1810408" y="1854629"/>
              <a:ext cx="165904" cy="28099"/>
            </a:xfrm>
            <a:custGeom>
              <a:avLst/>
              <a:gdLst/>
              <a:ahLst/>
              <a:cxnLst/>
              <a:rect l="l" t="t" r="r" b="b"/>
              <a:pathLst>
                <a:path w="3454" h="585" extrusionOk="0">
                  <a:moveTo>
                    <a:pt x="60" y="1"/>
                  </a:moveTo>
                  <a:lnTo>
                    <a:pt x="1" y="441"/>
                  </a:lnTo>
                  <a:lnTo>
                    <a:pt x="3453" y="584"/>
                  </a:lnTo>
                  <a:lnTo>
                    <a:pt x="3453" y="584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4">
              <a:extLst>
                <a:ext uri="{FF2B5EF4-FFF2-40B4-BE49-F238E27FC236}">
                  <a16:creationId xmlns:a16="http://schemas.microsoft.com/office/drawing/2014/main" id="{49BEDFCF-FD84-A366-40A4-2C7C8E618EAC}"/>
                </a:ext>
              </a:extLst>
            </p:cNvPr>
            <p:cNvSpPr/>
            <p:nvPr/>
          </p:nvSpPr>
          <p:spPr>
            <a:xfrm flipH="1">
              <a:off x="2909002" y="1572728"/>
              <a:ext cx="21759" cy="49762"/>
            </a:xfrm>
            <a:custGeom>
              <a:avLst/>
              <a:gdLst/>
              <a:ahLst/>
              <a:cxnLst/>
              <a:rect l="l" t="t" r="r" b="b"/>
              <a:pathLst>
                <a:path w="453" h="1036" extrusionOk="0">
                  <a:moveTo>
                    <a:pt x="83" y="0"/>
                  </a:moveTo>
                  <a:lnTo>
                    <a:pt x="0" y="1036"/>
                  </a:lnTo>
                  <a:lnTo>
                    <a:pt x="0" y="1036"/>
                  </a:lnTo>
                  <a:lnTo>
                    <a:pt x="452" y="964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4">
              <a:extLst>
                <a:ext uri="{FF2B5EF4-FFF2-40B4-BE49-F238E27FC236}">
                  <a16:creationId xmlns:a16="http://schemas.microsoft.com/office/drawing/2014/main" id="{2E970EED-0BD4-4D8D-51E3-77F6716BA506}"/>
                </a:ext>
              </a:extLst>
            </p:cNvPr>
            <p:cNvSpPr/>
            <p:nvPr/>
          </p:nvSpPr>
          <p:spPr>
            <a:xfrm flipH="1">
              <a:off x="2335399" y="2238935"/>
              <a:ext cx="387814" cy="222535"/>
            </a:xfrm>
            <a:custGeom>
              <a:avLst/>
              <a:gdLst/>
              <a:ahLst/>
              <a:cxnLst/>
              <a:rect l="l" t="t" r="r" b="b"/>
              <a:pathLst>
                <a:path w="8074" h="4633" extrusionOk="0">
                  <a:moveTo>
                    <a:pt x="1" y="1"/>
                  </a:moveTo>
                  <a:lnTo>
                    <a:pt x="406" y="1025"/>
                  </a:lnTo>
                  <a:cubicBezTo>
                    <a:pt x="1710" y="2999"/>
                    <a:pt x="4279" y="4161"/>
                    <a:pt x="7929" y="4615"/>
                  </a:cubicBezTo>
                  <a:lnTo>
                    <a:pt x="7929" y="4615"/>
                  </a:lnTo>
                  <a:cubicBezTo>
                    <a:pt x="7015" y="4493"/>
                    <a:pt x="2020" y="3671"/>
                    <a:pt x="1" y="1"/>
                  </a:cubicBezTo>
                  <a:close/>
                  <a:moveTo>
                    <a:pt x="7929" y="4615"/>
                  </a:moveTo>
                  <a:cubicBezTo>
                    <a:pt x="8023" y="4627"/>
                    <a:pt x="8073" y="4632"/>
                    <a:pt x="8073" y="4632"/>
                  </a:cubicBezTo>
                  <a:cubicBezTo>
                    <a:pt x="8025" y="4627"/>
                    <a:pt x="7977" y="4621"/>
                    <a:pt x="7929" y="4615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4">
              <a:extLst>
                <a:ext uri="{FF2B5EF4-FFF2-40B4-BE49-F238E27FC236}">
                  <a16:creationId xmlns:a16="http://schemas.microsoft.com/office/drawing/2014/main" id="{B54E9F8B-F528-1533-7934-19B63A030AC8}"/>
                </a:ext>
              </a:extLst>
            </p:cNvPr>
            <p:cNvSpPr/>
            <p:nvPr/>
          </p:nvSpPr>
          <p:spPr>
            <a:xfrm flipH="1">
              <a:off x="2636225" y="1506924"/>
              <a:ext cx="287715" cy="145875"/>
            </a:xfrm>
            <a:custGeom>
              <a:avLst/>
              <a:gdLst/>
              <a:ahLst/>
              <a:cxnLst/>
              <a:rect l="l" t="t" r="r" b="b"/>
              <a:pathLst>
                <a:path w="5990" h="3037" extrusionOk="0">
                  <a:moveTo>
                    <a:pt x="5990" y="1"/>
                  </a:moveTo>
                  <a:lnTo>
                    <a:pt x="5585" y="60"/>
                  </a:lnTo>
                  <a:cubicBezTo>
                    <a:pt x="4644" y="1299"/>
                    <a:pt x="3168" y="1894"/>
                    <a:pt x="406" y="2608"/>
                  </a:cubicBezTo>
                  <a:lnTo>
                    <a:pt x="1" y="3037"/>
                  </a:lnTo>
                  <a:cubicBezTo>
                    <a:pt x="2001" y="2692"/>
                    <a:pt x="5466" y="1763"/>
                    <a:pt x="59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1" name="Google Shape;3891;p34">
            <a:extLst>
              <a:ext uri="{FF2B5EF4-FFF2-40B4-BE49-F238E27FC236}">
                <a16:creationId xmlns:a16="http://schemas.microsoft.com/office/drawing/2014/main" id="{80F716D6-8719-5C84-D5D9-EE212A830126}"/>
              </a:ext>
            </a:extLst>
          </p:cNvPr>
          <p:cNvGrpSpPr/>
          <p:nvPr/>
        </p:nvGrpSpPr>
        <p:grpSpPr>
          <a:xfrm>
            <a:off x="5573398" y="4525632"/>
            <a:ext cx="341634" cy="342873"/>
            <a:chOff x="532200" y="1217125"/>
            <a:chExt cx="2441400" cy="2317400"/>
          </a:xfrm>
        </p:grpSpPr>
        <p:sp>
          <p:nvSpPr>
            <p:cNvPr id="3892" name="Google Shape;3892;p34">
              <a:extLst>
                <a:ext uri="{FF2B5EF4-FFF2-40B4-BE49-F238E27FC236}">
                  <a16:creationId xmlns:a16="http://schemas.microsoft.com/office/drawing/2014/main" id="{22CB448B-B16B-ABD7-986D-FB0580FE2A28}"/>
                </a:ext>
              </a:extLst>
            </p:cNvPr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4">
              <a:extLst>
                <a:ext uri="{FF2B5EF4-FFF2-40B4-BE49-F238E27FC236}">
                  <a16:creationId xmlns:a16="http://schemas.microsoft.com/office/drawing/2014/main" id="{5BAC8873-99E2-56DF-6D2B-785567C54257}"/>
                </a:ext>
              </a:extLst>
            </p:cNvPr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3755;p31">
            <a:extLst>
              <a:ext uri="{FF2B5EF4-FFF2-40B4-BE49-F238E27FC236}">
                <a16:creationId xmlns:a16="http://schemas.microsoft.com/office/drawing/2014/main" id="{56F69F9D-52ED-21AE-9B60-9A193801C9CB}"/>
              </a:ext>
            </a:extLst>
          </p:cNvPr>
          <p:cNvSpPr txBox="1">
            <a:spLocks/>
          </p:cNvSpPr>
          <p:nvPr/>
        </p:nvSpPr>
        <p:spPr>
          <a:xfrm>
            <a:off x="1794884" y="359694"/>
            <a:ext cx="770725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5000" b="1" i="0" u="none" strike="noStrike" cap="none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Fjalla One"/>
              <a:buNone/>
              <a:defRPr sz="3600" b="1" i="0" u="none" strike="noStrike" cap="non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s-ES" sz="3200" dirty="0">
                <a:solidFill>
                  <a:schemeClr val="lt2"/>
                </a:solidFill>
                <a:highlight>
                  <a:schemeClr val="accent2"/>
                </a:highlight>
              </a:rPr>
              <a:t>ESTRUCTURA DEL CORPUS DE CONSULTAS</a:t>
            </a:r>
            <a:endParaRPr lang="es-ES" sz="32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22629EE-4C20-9AA3-A2C2-F7BDF8DB13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" t="1786"/>
          <a:stretch>
            <a:fillRect/>
          </a:stretch>
        </p:blipFill>
        <p:spPr>
          <a:xfrm>
            <a:off x="2430312" y="1003585"/>
            <a:ext cx="6339841" cy="2295532"/>
          </a:xfrm>
          <a:prstGeom prst="rect">
            <a:avLst/>
          </a:prstGeom>
        </p:spPr>
      </p:pic>
      <p:grpSp>
        <p:nvGrpSpPr>
          <p:cNvPr id="17" name="Google Shape;4786;p47">
            <a:extLst>
              <a:ext uri="{FF2B5EF4-FFF2-40B4-BE49-F238E27FC236}">
                <a16:creationId xmlns:a16="http://schemas.microsoft.com/office/drawing/2014/main" id="{C1A29436-0A02-B86A-7658-8A5DE816D912}"/>
              </a:ext>
            </a:extLst>
          </p:cNvPr>
          <p:cNvGrpSpPr/>
          <p:nvPr/>
        </p:nvGrpSpPr>
        <p:grpSpPr>
          <a:xfrm>
            <a:off x="5751282" y="3415181"/>
            <a:ext cx="1126369" cy="1451341"/>
            <a:chOff x="4765765" y="3032779"/>
            <a:chExt cx="1172228" cy="1571014"/>
          </a:xfrm>
        </p:grpSpPr>
        <p:sp>
          <p:nvSpPr>
            <p:cNvPr id="18" name="Google Shape;4787;p47">
              <a:extLst>
                <a:ext uri="{FF2B5EF4-FFF2-40B4-BE49-F238E27FC236}">
                  <a16:creationId xmlns:a16="http://schemas.microsoft.com/office/drawing/2014/main" id="{F16D3563-F97C-23FB-BC1D-5627B2AF1925}"/>
                </a:ext>
              </a:extLst>
            </p:cNvPr>
            <p:cNvSpPr/>
            <p:nvPr/>
          </p:nvSpPr>
          <p:spPr>
            <a:xfrm>
              <a:off x="5467398" y="3947668"/>
              <a:ext cx="209011" cy="175330"/>
            </a:xfrm>
            <a:custGeom>
              <a:avLst/>
              <a:gdLst/>
              <a:ahLst/>
              <a:cxnLst/>
              <a:rect l="l" t="t" r="r" b="b"/>
              <a:pathLst>
                <a:path w="7335" h="6153" extrusionOk="0">
                  <a:moveTo>
                    <a:pt x="5275" y="0"/>
                  </a:moveTo>
                  <a:cubicBezTo>
                    <a:pt x="2274" y="357"/>
                    <a:pt x="0" y="2417"/>
                    <a:pt x="0" y="2417"/>
                  </a:cubicBezTo>
                  <a:cubicBezTo>
                    <a:pt x="0" y="2417"/>
                    <a:pt x="1893" y="4501"/>
                    <a:pt x="3167" y="6144"/>
                  </a:cubicBezTo>
                  <a:cubicBezTo>
                    <a:pt x="3287" y="6150"/>
                    <a:pt x="3404" y="6152"/>
                    <a:pt x="3518" y="6152"/>
                  </a:cubicBezTo>
                  <a:cubicBezTo>
                    <a:pt x="6409" y="6152"/>
                    <a:pt x="7334" y="4334"/>
                    <a:pt x="7334" y="4334"/>
                  </a:cubicBezTo>
                  <a:cubicBezTo>
                    <a:pt x="7239" y="3941"/>
                    <a:pt x="7120" y="3548"/>
                    <a:pt x="6965" y="3167"/>
                  </a:cubicBezTo>
                  <a:cubicBezTo>
                    <a:pt x="6727" y="2524"/>
                    <a:pt x="5275" y="0"/>
                    <a:pt x="5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788;p47">
              <a:extLst>
                <a:ext uri="{FF2B5EF4-FFF2-40B4-BE49-F238E27FC236}">
                  <a16:creationId xmlns:a16="http://schemas.microsoft.com/office/drawing/2014/main" id="{B75C45C8-D371-F557-3213-1A2009A8D855}"/>
                </a:ext>
              </a:extLst>
            </p:cNvPr>
            <p:cNvSpPr/>
            <p:nvPr/>
          </p:nvSpPr>
          <p:spPr>
            <a:xfrm>
              <a:off x="5373735" y="4133484"/>
              <a:ext cx="107939" cy="193168"/>
            </a:xfrm>
            <a:custGeom>
              <a:avLst/>
              <a:gdLst/>
              <a:ahLst/>
              <a:cxnLst/>
              <a:rect l="l" t="t" r="r" b="b"/>
              <a:pathLst>
                <a:path w="3788" h="6779" extrusionOk="0">
                  <a:moveTo>
                    <a:pt x="1769" y="1"/>
                  </a:moveTo>
                  <a:cubicBezTo>
                    <a:pt x="1493" y="1"/>
                    <a:pt x="1163" y="78"/>
                    <a:pt x="811" y="254"/>
                  </a:cubicBezTo>
                  <a:cubicBezTo>
                    <a:pt x="120" y="611"/>
                    <a:pt x="1" y="1218"/>
                    <a:pt x="191" y="2195"/>
                  </a:cubicBezTo>
                  <a:cubicBezTo>
                    <a:pt x="394" y="3171"/>
                    <a:pt x="572" y="3921"/>
                    <a:pt x="572" y="3921"/>
                  </a:cubicBezTo>
                  <a:cubicBezTo>
                    <a:pt x="930" y="4457"/>
                    <a:pt x="1251" y="5028"/>
                    <a:pt x="1525" y="5600"/>
                  </a:cubicBezTo>
                  <a:cubicBezTo>
                    <a:pt x="1808" y="6259"/>
                    <a:pt x="2044" y="6779"/>
                    <a:pt x="2337" y="6779"/>
                  </a:cubicBezTo>
                  <a:cubicBezTo>
                    <a:pt x="2340" y="6779"/>
                    <a:pt x="2343" y="6779"/>
                    <a:pt x="2347" y="6778"/>
                  </a:cubicBezTo>
                  <a:cubicBezTo>
                    <a:pt x="2656" y="6755"/>
                    <a:pt x="3525" y="6636"/>
                    <a:pt x="3585" y="5993"/>
                  </a:cubicBezTo>
                  <a:cubicBezTo>
                    <a:pt x="3644" y="5350"/>
                    <a:pt x="3787" y="4719"/>
                    <a:pt x="3525" y="3778"/>
                  </a:cubicBezTo>
                  <a:cubicBezTo>
                    <a:pt x="3275" y="2849"/>
                    <a:pt x="2906" y="2552"/>
                    <a:pt x="2823" y="1873"/>
                  </a:cubicBezTo>
                  <a:cubicBezTo>
                    <a:pt x="2739" y="1194"/>
                    <a:pt x="2644" y="432"/>
                    <a:pt x="2382" y="194"/>
                  </a:cubicBezTo>
                  <a:cubicBezTo>
                    <a:pt x="2248" y="72"/>
                    <a:pt x="2034" y="1"/>
                    <a:pt x="1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789;p47">
              <a:extLst>
                <a:ext uri="{FF2B5EF4-FFF2-40B4-BE49-F238E27FC236}">
                  <a16:creationId xmlns:a16="http://schemas.microsoft.com/office/drawing/2014/main" id="{E8731A21-E313-2A3D-FDE2-CCC394401E50}"/>
                </a:ext>
              </a:extLst>
            </p:cNvPr>
            <p:cNvSpPr/>
            <p:nvPr/>
          </p:nvSpPr>
          <p:spPr>
            <a:xfrm>
              <a:off x="5341849" y="4147817"/>
              <a:ext cx="87223" cy="114863"/>
            </a:xfrm>
            <a:custGeom>
              <a:avLst/>
              <a:gdLst/>
              <a:ahLst/>
              <a:cxnLst/>
              <a:rect l="l" t="t" r="r" b="b"/>
              <a:pathLst>
                <a:path w="3061" h="4031" extrusionOk="0">
                  <a:moveTo>
                    <a:pt x="2156" y="1"/>
                  </a:moveTo>
                  <a:cubicBezTo>
                    <a:pt x="1496" y="1"/>
                    <a:pt x="1" y="2054"/>
                    <a:pt x="37" y="3049"/>
                  </a:cubicBezTo>
                  <a:cubicBezTo>
                    <a:pt x="64" y="3818"/>
                    <a:pt x="627" y="4030"/>
                    <a:pt x="1037" y="4030"/>
                  </a:cubicBezTo>
                  <a:cubicBezTo>
                    <a:pt x="1167" y="4030"/>
                    <a:pt x="1281" y="4009"/>
                    <a:pt x="1358" y="3978"/>
                  </a:cubicBezTo>
                  <a:cubicBezTo>
                    <a:pt x="1680" y="3858"/>
                    <a:pt x="2596" y="2906"/>
                    <a:pt x="2739" y="2525"/>
                  </a:cubicBezTo>
                  <a:cubicBezTo>
                    <a:pt x="2882" y="2156"/>
                    <a:pt x="3061" y="1346"/>
                    <a:pt x="3001" y="799"/>
                  </a:cubicBezTo>
                  <a:cubicBezTo>
                    <a:pt x="2977" y="358"/>
                    <a:pt x="2620" y="1"/>
                    <a:pt x="2168" y="1"/>
                  </a:cubicBezTo>
                  <a:cubicBezTo>
                    <a:pt x="2164" y="1"/>
                    <a:pt x="2160" y="1"/>
                    <a:pt x="21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790;p47">
              <a:extLst>
                <a:ext uri="{FF2B5EF4-FFF2-40B4-BE49-F238E27FC236}">
                  <a16:creationId xmlns:a16="http://schemas.microsoft.com/office/drawing/2014/main" id="{2E859571-D534-7680-6A3D-1F6D023915F1}"/>
                </a:ext>
              </a:extLst>
            </p:cNvPr>
            <p:cNvSpPr/>
            <p:nvPr/>
          </p:nvSpPr>
          <p:spPr>
            <a:xfrm>
              <a:off x="5227869" y="4074214"/>
              <a:ext cx="189007" cy="192854"/>
            </a:xfrm>
            <a:custGeom>
              <a:avLst/>
              <a:gdLst/>
              <a:ahLst/>
              <a:cxnLst/>
              <a:rect l="l" t="t" r="r" b="b"/>
              <a:pathLst>
                <a:path w="6633" h="6768" extrusionOk="0">
                  <a:moveTo>
                    <a:pt x="6025" y="0"/>
                  </a:moveTo>
                  <a:lnTo>
                    <a:pt x="0" y="1965"/>
                  </a:lnTo>
                  <a:cubicBezTo>
                    <a:pt x="0" y="1965"/>
                    <a:pt x="1465" y="4834"/>
                    <a:pt x="2524" y="5894"/>
                  </a:cubicBezTo>
                  <a:cubicBezTo>
                    <a:pt x="3115" y="6484"/>
                    <a:pt x="3831" y="6767"/>
                    <a:pt x="4475" y="6767"/>
                  </a:cubicBezTo>
                  <a:cubicBezTo>
                    <a:pt x="5001" y="6767"/>
                    <a:pt x="5478" y="6579"/>
                    <a:pt x="5799" y="6215"/>
                  </a:cubicBezTo>
                  <a:cubicBezTo>
                    <a:pt x="6513" y="5406"/>
                    <a:pt x="6632" y="4024"/>
                    <a:pt x="6549" y="3132"/>
                  </a:cubicBezTo>
                  <a:cubicBezTo>
                    <a:pt x="6465" y="2239"/>
                    <a:pt x="6025" y="0"/>
                    <a:pt x="60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791;p47">
              <a:extLst>
                <a:ext uri="{FF2B5EF4-FFF2-40B4-BE49-F238E27FC236}">
                  <a16:creationId xmlns:a16="http://schemas.microsoft.com/office/drawing/2014/main" id="{A0363C0C-5071-8AC5-AD5F-044727DE7D87}"/>
                </a:ext>
              </a:extLst>
            </p:cNvPr>
            <p:cNvSpPr/>
            <p:nvPr/>
          </p:nvSpPr>
          <p:spPr>
            <a:xfrm>
              <a:off x="5097931" y="3682351"/>
              <a:ext cx="572693" cy="472960"/>
            </a:xfrm>
            <a:custGeom>
              <a:avLst/>
              <a:gdLst/>
              <a:ahLst/>
              <a:cxnLst/>
              <a:rect l="l" t="t" r="r" b="b"/>
              <a:pathLst>
                <a:path w="20098" h="16598" extrusionOk="0">
                  <a:moveTo>
                    <a:pt x="12859" y="0"/>
                  </a:moveTo>
                  <a:lnTo>
                    <a:pt x="286" y="1751"/>
                  </a:lnTo>
                  <a:cubicBezTo>
                    <a:pt x="0" y="6620"/>
                    <a:pt x="1334" y="10192"/>
                    <a:pt x="2274" y="12466"/>
                  </a:cubicBezTo>
                  <a:cubicBezTo>
                    <a:pt x="3227" y="14740"/>
                    <a:pt x="4025" y="15550"/>
                    <a:pt x="4025" y="15550"/>
                  </a:cubicBezTo>
                  <a:lnTo>
                    <a:pt x="4203" y="16443"/>
                  </a:lnTo>
                  <a:cubicBezTo>
                    <a:pt x="4701" y="16546"/>
                    <a:pt x="5207" y="16597"/>
                    <a:pt x="5713" y="16597"/>
                  </a:cubicBezTo>
                  <a:cubicBezTo>
                    <a:pt x="6383" y="16597"/>
                    <a:pt x="7053" y="16507"/>
                    <a:pt x="7704" y="16324"/>
                  </a:cubicBezTo>
                  <a:cubicBezTo>
                    <a:pt x="9585" y="15776"/>
                    <a:pt x="11299" y="14205"/>
                    <a:pt x="11299" y="14205"/>
                  </a:cubicBezTo>
                  <a:lnTo>
                    <a:pt x="10775" y="13300"/>
                  </a:lnTo>
                  <a:lnTo>
                    <a:pt x="10299" y="9740"/>
                  </a:lnTo>
                  <a:lnTo>
                    <a:pt x="10299" y="9740"/>
                  </a:lnTo>
                  <a:lnTo>
                    <a:pt x="14228" y="14240"/>
                  </a:lnTo>
                  <a:cubicBezTo>
                    <a:pt x="14228" y="14240"/>
                    <a:pt x="17574" y="13431"/>
                    <a:pt x="20098" y="10585"/>
                  </a:cubicBezTo>
                  <a:cubicBezTo>
                    <a:pt x="20098" y="10585"/>
                    <a:pt x="19134" y="9418"/>
                    <a:pt x="18848" y="9180"/>
                  </a:cubicBezTo>
                  <a:cubicBezTo>
                    <a:pt x="16943" y="6096"/>
                    <a:pt x="14704" y="2346"/>
                    <a:pt x="128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792;p47">
              <a:extLst>
                <a:ext uri="{FF2B5EF4-FFF2-40B4-BE49-F238E27FC236}">
                  <a16:creationId xmlns:a16="http://schemas.microsoft.com/office/drawing/2014/main" id="{23FA71DE-1639-1619-4CD6-163A18C8EDE8}"/>
                </a:ext>
              </a:extLst>
            </p:cNvPr>
            <p:cNvSpPr/>
            <p:nvPr/>
          </p:nvSpPr>
          <p:spPr>
            <a:xfrm>
              <a:off x="5103004" y="3682351"/>
              <a:ext cx="406823" cy="189007"/>
            </a:xfrm>
            <a:custGeom>
              <a:avLst/>
              <a:gdLst/>
              <a:ahLst/>
              <a:cxnLst/>
              <a:rect l="l" t="t" r="r" b="b"/>
              <a:pathLst>
                <a:path w="14277" h="6633" extrusionOk="0">
                  <a:moveTo>
                    <a:pt x="12681" y="0"/>
                  </a:moveTo>
                  <a:lnTo>
                    <a:pt x="108" y="1751"/>
                  </a:lnTo>
                  <a:cubicBezTo>
                    <a:pt x="1" y="3382"/>
                    <a:pt x="96" y="5025"/>
                    <a:pt x="358" y="6632"/>
                  </a:cubicBezTo>
                  <a:cubicBezTo>
                    <a:pt x="5585" y="6156"/>
                    <a:pt x="11324" y="5061"/>
                    <a:pt x="14276" y="2215"/>
                  </a:cubicBezTo>
                  <a:cubicBezTo>
                    <a:pt x="13729" y="1394"/>
                    <a:pt x="13193" y="643"/>
                    <a:pt x="126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793;p47">
              <a:extLst>
                <a:ext uri="{FF2B5EF4-FFF2-40B4-BE49-F238E27FC236}">
                  <a16:creationId xmlns:a16="http://schemas.microsoft.com/office/drawing/2014/main" id="{69731DA1-7BD5-EAD8-9861-7303E0216ED6}"/>
                </a:ext>
              </a:extLst>
            </p:cNvPr>
            <p:cNvSpPr/>
            <p:nvPr/>
          </p:nvSpPr>
          <p:spPr>
            <a:xfrm>
              <a:off x="5257731" y="3911023"/>
              <a:ext cx="162194" cy="211718"/>
            </a:xfrm>
            <a:custGeom>
              <a:avLst/>
              <a:gdLst/>
              <a:ahLst/>
              <a:cxnLst/>
              <a:rect l="l" t="t" r="r" b="b"/>
              <a:pathLst>
                <a:path w="5692" h="7430" extrusionOk="0">
                  <a:moveTo>
                    <a:pt x="0" y="0"/>
                  </a:moveTo>
                  <a:lnTo>
                    <a:pt x="4001" y="7430"/>
                  </a:lnTo>
                  <a:cubicBezTo>
                    <a:pt x="4596" y="7061"/>
                    <a:pt x="5167" y="6644"/>
                    <a:pt x="5691" y="6180"/>
                  </a:cubicBezTo>
                  <a:lnTo>
                    <a:pt x="5167" y="5275"/>
                  </a:lnTo>
                  <a:lnTo>
                    <a:pt x="4691" y="1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794;p47">
              <a:extLst>
                <a:ext uri="{FF2B5EF4-FFF2-40B4-BE49-F238E27FC236}">
                  <a16:creationId xmlns:a16="http://schemas.microsoft.com/office/drawing/2014/main" id="{50234234-893F-61D1-710D-79114D88D985}"/>
                </a:ext>
              </a:extLst>
            </p:cNvPr>
            <p:cNvSpPr/>
            <p:nvPr/>
          </p:nvSpPr>
          <p:spPr>
            <a:xfrm>
              <a:off x="5553908" y="3482516"/>
              <a:ext cx="224968" cy="438082"/>
            </a:xfrm>
            <a:custGeom>
              <a:avLst/>
              <a:gdLst/>
              <a:ahLst/>
              <a:cxnLst/>
              <a:rect l="l" t="t" r="r" b="b"/>
              <a:pathLst>
                <a:path w="7895" h="15374" extrusionOk="0">
                  <a:moveTo>
                    <a:pt x="2608" y="1"/>
                  </a:moveTo>
                  <a:lnTo>
                    <a:pt x="0" y="1656"/>
                  </a:lnTo>
                  <a:cubicBezTo>
                    <a:pt x="0" y="1656"/>
                    <a:pt x="1036" y="3061"/>
                    <a:pt x="1286" y="3406"/>
                  </a:cubicBezTo>
                  <a:cubicBezTo>
                    <a:pt x="1477" y="4156"/>
                    <a:pt x="1810" y="4858"/>
                    <a:pt x="2262" y="5489"/>
                  </a:cubicBezTo>
                  <a:cubicBezTo>
                    <a:pt x="3024" y="6537"/>
                    <a:pt x="4382" y="8240"/>
                    <a:pt x="5096" y="9800"/>
                  </a:cubicBezTo>
                  <a:cubicBezTo>
                    <a:pt x="5822" y="11359"/>
                    <a:pt x="6084" y="12217"/>
                    <a:pt x="5989" y="12443"/>
                  </a:cubicBezTo>
                  <a:cubicBezTo>
                    <a:pt x="5906" y="12669"/>
                    <a:pt x="5429" y="13467"/>
                    <a:pt x="5346" y="13633"/>
                  </a:cubicBezTo>
                  <a:cubicBezTo>
                    <a:pt x="5275" y="13800"/>
                    <a:pt x="5287" y="13979"/>
                    <a:pt x="5358" y="14133"/>
                  </a:cubicBezTo>
                  <a:cubicBezTo>
                    <a:pt x="5453" y="14264"/>
                    <a:pt x="5560" y="14383"/>
                    <a:pt x="5679" y="14491"/>
                  </a:cubicBezTo>
                  <a:cubicBezTo>
                    <a:pt x="5679" y="14491"/>
                    <a:pt x="5703" y="15038"/>
                    <a:pt x="5715" y="15098"/>
                  </a:cubicBezTo>
                  <a:cubicBezTo>
                    <a:pt x="5727" y="15157"/>
                    <a:pt x="5965" y="15288"/>
                    <a:pt x="6144" y="15360"/>
                  </a:cubicBezTo>
                  <a:cubicBezTo>
                    <a:pt x="6166" y="15370"/>
                    <a:pt x="6189" y="15374"/>
                    <a:pt x="6212" y="15374"/>
                  </a:cubicBezTo>
                  <a:cubicBezTo>
                    <a:pt x="6388" y="15374"/>
                    <a:pt x="6582" y="15125"/>
                    <a:pt x="6656" y="15062"/>
                  </a:cubicBezTo>
                  <a:cubicBezTo>
                    <a:pt x="6894" y="14907"/>
                    <a:pt x="7549" y="14693"/>
                    <a:pt x="7608" y="14586"/>
                  </a:cubicBezTo>
                  <a:cubicBezTo>
                    <a:pt x="7727" y="14312"/>
                    <a:pt x="7811" y="14038"/>
                    <a:pt x="7858" y="13740"/>
                  </a:cubicBezTo>
                  <a:cubicBezTo>
                    <a:pt x="7894" y="13455"/>
                    <a:pt x="7751" y="12062"/>
                    <a:pt x="7692" y="11681"/>
                  </a:cubicBezTo>
                  <a:cubicBezTo>
                    <a:pt x="7644" y="11288"/>
                    <a:pt x="6215" y="6680"/>
                    <a:pt x="5787" y="5430"/>
                  </a:cubicBezTo>
                  <a:cubicBezTo>
                    <a:pt x="5429" y="4466"/>
                    <a:pt x="4989" y="3549"/>
                    <a:pt x="4441" y="2680"/>
                  </a:cubicBezTo>
                  <a:cubicBezTo>
                    <a:pt x="4406" y="2620"/>
                    <a:pt x="4346" y="2537"/>
                    <a:pt x="4275" y="2453"/>
                  </a:cubicBezTo>
                  <a:cubicBezTo>
                    <a:pt x="3786" y="1584"/>
                    <a:pt x="3239" y="763"/>
                    <a:pt x="26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795;p47">
              <a:extLst>
                <a:ext uri="{FF2B5EF4-FFF2-40B4-BE49-F238E27FC236}">
                  <a16:creationId xmlns:a16="http://schemas.microsoft.com/office/drawing/2014/main" id="{A423D76F-FA67-B231-5D3D-A7FE8BDCE316}"/>
                </a:ext>
              </a:extLst>
            </p:cNvPr>
            <p:cNvSpPr/>
            <p:nvPr/>
          </p:nvSpPr>
          <p:spPr>
            <a:xfrm>
              <a:off x="4765765" y="3310862"/>
              <a:ext cx="310482" cy="309199"/>
            </a:xfrm>
            <a:custGeom>
              <a:avLst/>
              <a:gdLst/>
              <a:ahLst/>
              <a:cxnLst/>
              <a:rect l="l" t="t" r="r" b="b"/>
              <a:pathLst>
                <a:path w="10896" h="10851" extrusionOk="0">
                  <a:moveTo>
                    <a:pt x="9669" y="0"/>
                  </a:moveTo>
                  <a:cubicBezTo>
                    <a:pt x="9669" y="0"/>
                    <a:pt x="8728" y="357"/>
                    <a:pt x="8454" y="512"/>
                  </a:cubicBezTo>
                  <a:cubicBezTo>
                    <a:pt x="7561" y="1012"/>
                    <a:pt x="6728" y="1608"/>
                    <a:pt x="5966" y="2286"/>
                  </a:cubicBezTo>
                  <a:cubicBezTo>
                    <a:pt x="4990" y="3167"/>
                    <a:pt x="1537" y="6549"/>
                    <a:pt x="1311" y="6870"/>
                  </a:cubicBezTo>
                  <a:cubicBezTo>
                    <a:pt x="1084" y="7180"/>
                    <a:pt x="287" y="8335"/>
                    <a:pt x="180" y="8608"/>
                  </a:cubicBezTo>
                  <a:cubicBezTo>
                    <a:pt x="84" y="8882"/>
                    <a:pt x="25" y="9168"/>
                    <a:pt x="1" y="9466"/>
                  </a:cubicBezTo>
                  <a:cubicBezTo>
                    <a:pt x="13" y="9585"/>
                    <a:pt x="489" y="10085"/>
                    <a:pt x="620" y="10335"/>
                  </a:cubicBezTo>
                  <a:cubicBezTo>
                    <a:pt x="656" y="10442"/>
                    <a:pt x="715" y="10823"/>
                    <a:pt x="918" y="10835"/>
                  </a:cubicBezTo>
                  <a:cubicBezTo>
                    <a:pt x="1002" y="10845"/>
                    <a:pt x="1096" y="10850"/>
                    <a:pt x="1180" y="10850"/>
                  </a:cubicBezTo>
                  <a:cubicBezTo>
                    <a:pt x="1300" y="10850"/>
                    <a:pt x="1402" y="10839"/>
                    <a:pt x="1430" y="10811"/>
                  </a:cubicBezTo>
                  <a:cubicBezTo>
                    <a:pt x="1465" y="10763"/>
                    <a:pt x="1751" y="10299"/>
                    <a:pt x="1751" y="10299"/>
                  </a:cubicBezTo>
                  <a:cubicBezTo>
                    <a:pt x="1906" y="10263"/>
                    <a:pt x="2049" y="10204"/>
                    <a:pt x="2192" y="10132"/>
                  </a:cubicBezTo>
                  <a:cubicBezTo>
                    <a:pt x="2335" y="10037"/>
                    <a:pt x="2430" y="9882"/>
                    <a:pt x="2454" y="9704"/>
                  </a:cubicBezTo>
                  <a:cubicBezTo>
                    <a:pt x="2454" y="9513"/>
                    <a:pt x="2418" y="8573"/>
                    <a:pt x="2454" y="8346"/>
                  </a:cubicBezTo>
                  <a:cubicBezTo>
                    <a:pt x="2477" y="8108"/>
                    <a:pt x="3109" y="7465"/>
                    <a:pt x="4490" y="6441"/>
                  </a:cubicBezTo>
                  <a:cubicBezTo>
                    <a:pt x="5871" y="5417"/>
                    <a:pt x="7871" y="4572"/>
                    <a:pt x="9038" y="4013"/>
                  </a:cubicBezTo>
                  <a:cubicBezTo>
                    <a:pt x="9740" y="3679"/>
                    <a:pt x="10371" y="3215"/>
                    <a:pt x="10895" y="2643"/>
                  </a:cubicBez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796;p47">
              <a:extLst>
                <a:ext uri="{FF2B5EF4-FFF2-40B4-BE49-F238E27FC236}">
                  <a16:creationId xmlns:a16="http://schemas.microsoft.com/office/drawing/2014/main" id="{9709FE82-F042-AE92-6A82-A9E403A302A4}"/>
                </a:ext>
              </a:extLst>
            </p:cNvPr>
            <p:cNvSpPr/>
            <p:nvPr/>
          </p:nvSpPr>
          <p:spPr>
            <a:xfrm>
              <a:off x="5268588" y="3235207"/>
              <a:ext cx="388814" cy="573034"/>
            </a:xfrm>
            <a:custGeom>
              <a:avLst/>
              <a:gdLst/>
              <a:ahLst/>
              <a:cxnLst/>
              <a:rect l="l" t="t" r="r" b="b"/>
              <a:pathLst>
                <a:path w="13645" h="20110" extrusionOk="0">
                  <a:moveTo>
                    <a:pt x="4834" y="0"/>
                  </a:moveTo>
                  <a:cubicBezTo>
                    <a:pt x="4834" y="0"/>
                    <a:pt x="2036" y="6918"/>
                    <a:pt x="1024" y="10716"/>
                  </a:cubicBezTo>
                  <a:cubicBezTo>
                    <a:pt x="0" y="14514"/>
                    <a:pt x="429" y="15181"/>
                    <a:pt x="441" y="15835"/>
                  </a:cubicBezTo>
                  <a:cubicBezTo>
                    <a:pt x="464" y="16478"/>
                    <a:pt x="1214" y="20110"/>
                    <a:pt x="1214" y="20110"/>
                  </a:cubicBezTo>
                  <a:cubicBezTo>
                    <a:pt x="4894" y="19336"/>
                    <a:pt x="6537" y="18336"/>
                    <a:pt x="7977" y="17038"/>
                  </a:cubicBezTo>
                  <a:cubicBezTo>
                    <a:pt x="7430" y="15847"/>
                    <a:pt x="6799" y="14680"/>
                    <a:pt x="6084" y="13573"/>
                  </a:cubicBezTo>
                  <a:cubicBezTo>
                    <a:pt x="6048" y="13276"/>
                    <a:pt x="5977" y="12978"/>
                    <a:pt x="5858" y="12704"/>
                  </a:cubicBezTo>
                  <a:cubicBezTo>
                    <a:pt x="6989" y="10228"/>
                    <a:pt x="7846" y="8727"/>
                    <a:pt x="7846" y="8727"/>
                  </a:cubicBezTo>
                  <a:lnTo>
                    <a:pt x="9989" y="11942"/>
                  </a:lnTo>
                  <a:cubicBezTo>
                    <a:pt x="9989" y="11942"/>
                    <a:pt x="12192" y="11406"/>
                    <a:pt x="13645" y="9477"/>
                  </a:cubicBezTo>
                  <a:cubicBezTo>
                    <a:pt x="12216" y="6418"/>
                    <a:pt x="10525" y="3227"/>
                    <a:pt x="10216" y="2810"/>
                  </a:cubicBezTo>
                  <a:cubicBezTo>
                    <a:pt x="9847" y="2346"/>
                    <a:pt x="9406" y="1941"/>
                    <a:pt x="8906" y="1631"/>
                  </a:cubicBezTo>
                  <a:cubicBezTo>
                    <a:pt x="8358" y="1274"/>
                    <a:pt x="4834" y="0"/>
                    <a:pt x="4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797;p47">
              <a:extLst>
                <a:ext uri="{FF2B5EF4-FFF2-40B4-BE49-F238E27FC236}">
                  <a16:creationId xmlns:a16="http://schemas.microsoft.com/office/drawing/2014/main" id="{6D742196-B0E3-502A-2A85-B3480BC57948}"/>
                </a:ext>
              </a:extLst>
            </p:cNvPr>
            <p:cNvSpPr/>
            <p:nvPr/>
          </p:nvSpPr>
          <p:spPr>
            <a:xfrm>
              <a:off x="5026323" y="3212098"/>
              <a:ext cx="380009" cy="597483"/>
            </a:xfrm>
            <a:custGeom>
              <a:avLst/>
              <a:gdLst/>
              <a:ahLst/>
              <a:cxnLst/>
              <a:rect l="l" t="t" r="r" b="b"/>
              <a:pathLst>
                <a:path w="13336" h="20968" extrusionOk="0">
                  <a:moveTo>
                    <a:pt x="10774" y="1"/>
                  </a:moveTo>
                  <a:cubicBezTo>
                    <a:pt x="10767" y="1"/>
                    <a:pt x="10759" y="1"/>
                    <a:pt x="10752" y="1"/>
                  </a:cubicBezTo>
                  <a:cubicBezTo>
                    <a:pt x="10526" y="25"/>
                    <a:pt x="6740" y="561"/>
                    <a:pt x="6228" y="728"/>
                  </a:cubicBezTo>
                  <a:cubicBezTo>
                    <a:pt x="5728" y="883"/>
                    <a:pt x="227" y="2966"/>
                    <a:pt x="227" y="2966"/>
                  </a:cubicBezTo>
                  <a:cubicBezTo>
                    <a:pt x="227" y="2966"/>
                    <a:pt x="1" y="5002"/>
                    <a:pt x="965" y="7621"/>
                  </a:cubicBezTo>
                  <a:lnTo>
                    <a:pt x="3906" y="7395"/>
                  </a:lnTo>
                  <a:lnTo>
                    <a:pt x="3906" y="7395"/>
                  </a:lnTo>
                  <a:cubicBezTo>
                    <a:pt x="3906" y="7395"/>
                    <a:pt x="2847" y="11860"/>
                    <a:pt x="2751" y="14634"/>
                  </a:cubicBezTo>
                  <a:cubicBezTo>
                    <a:pt x="2466" y="16492"/>
                    <a:pt x="1954" y="19659"/>
                    <a:pt x="2049" y="19825"/>
                  </a:cubicBezTo>
                  <a:cubicBezTo>
                    <a:pt x="2123" y="19985"/>
                    <a:pt x="3816" y="20967"/>
                    <a:pt x="8057" y="20967"/>
                  </a:cubicBezTo>
                  <a:cubicBezTo>
                    <a:pt x="8572" y="20967"/>
                    <a:pt x="9125" y="20953"/>
                    <a:pt x="9716" y="20921"/>
                  </a:cubicBezTo>
                  <a:cubicBezTo>
                    <a:pt x="9716" y="20921"/>
                    <a:pt x="9228" y="16194"/>
                    <a:pt x="9276" y="16003"/>
                  </a:cubicBezTo>
                  <a:cubicBezTo>
                    <a:pt x="9562" y="13384"/>
                    <a:pt x="13336" y="799"/>
                    <a:pt x="13336" y="799"/>
                  </a:cubicBezTo>
                  <a:lnTo>
                    <a:pt x="12348" y="406"/>
                  </a:lnTo>
                  <a:cubicBezTo>
                    <a:pt x="11285" y="187"/>
                    <a:pt x="11007" y="1"/>
                    <a:pt x="107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98;p47">
              <a:extLst>
                <a:ext uri="{FF2B5EF4-FFF2-40B4-BE49-F238E27FC236}">
                  <a16:creationId xmlns:a16="http://schemas.microsoft.com/office/drawing/2014/main" id="{69519161-1ED4-657D-A3FA-4C626A4322BA}"/>
                </a:ext>
              </a:extLst>
            </p:cNvPr>
            <p:cNvSpPr/>
            <p:nvPr/>
          </p:nvSpPr>
          <p:spPr>
            <a:xfrm>
              <a:off x="5125059" y="3302370"/>
              <a:ext cx="103522" cy="179148"/>
            </a:xfrm>
            <a:custGeom>
              <a:avLst/>
              <a:gdLst/>
              <a:ahLst/>
              <a:cxnLst/>
              <a:rect l="l" t="t" r="r" b="b"/>
              <a:pathLst>
                <a:path w="3633" h="6287" extrusionOk="0">
                  <a:moveTo>
                    <a:pt x="3632" y="1"/>
                  </a:moveTo>
                  <a:cubicBezTo>
                    <a:pt x="3394" y="953"/>
                    <a:pt x="2013" y="3239"/>
                    <a:pt x="441" y="4227"/>
                  </a:cubicBezTo>
                  <a:lnTo>
                    <a:pt x="1" y="6287"/>
                  </a:lnTo>
                  <a:cubicBezTo>
                    <a:pt x="1858" y="5358"/>
                    <a:pt x="3299" y="2513"/>
                    <a:pt x="3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99;p47">
              <a:extLst>
                <a:ext uri="{FF2B5EF4-FFF2-40B4-BE49-F238E27FC236}">
                  <a16:creationId xmlns:a16="http://schemas.microsoft.com/office/drawing/2014/main" id="{14DD1A89-82AA-8D81-E01C-083A0FAB3BEB}"/>
                </a:ext>
              </a:extLst>
            </p:cNvPr>
            <p:cNvSpPr/>
            <p:nvPr/>
          </p:nvSpPr>
          <p:spPr>
            <a:xfrm>
              <a:off x="5492160" y="3386858"/>
              <a:ext cx="48527" cy="157435"/>
            </a:xfrm>
            <a:custGeom>
              <a:avLst/>
              <a:gdLst/>
              <a:ahLst/>
              <a:cxnLst/>
              <a:rect l="l" t="t" r="r" b="b"/>
              <a:pathLst>
                <a:path w="1703" h="5525" extrusionOk="0">
                  <a:moveTo>
                    <a:pt x="1655" y="0"/>
                  </a:moveTo>
                  <a:lnTo>
                    <a:pt x="1655" y="0"/>
                  </a:lnTo>
                  <a:cubicBezTo>
                    <a:pt x="1274" y="1024"/>
                    <a:pt x="0" y="3405"/>
                    <a:pt x="0" y="3405"/>
                  </a:cubicBezTo>
                  <a:lnTo>
                    <a:pt x="1417" y="5525"/>
                  </a:lnTo>
                  <a:cubicBezTo>
                    <a:pt x="1620" y="3691"/>
                    <a:pt x="1703" y="1846"/>
                    <a:pt x="1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800;p47">
              <a:extLst>
                <a:ext uri="{FF2B5EF4-FFF2-40B4-BE49-F238E27FC236}">
                  <a16:creationId xmlns:a16="http://schemas.microsoft.com/office/drawing/2014/main" id="{8DF2436B-8F45-1EE4-62CA-94C9B34A2E0E}"/>
                </a:ext>
              </a:extLst>
            </p:cNvPr>
            <p:cNvSpPr/>
            <p:nvPr/>
          </p:nvSpPr>
          <p:spPr>
            <a:xfrm>
              <a:off x="5303523" y="3541215"/>
              <a:ext cx="158803" cy="141164"/>
            </a:xfrm>
            <a:custGeom>
              <a:avLst/>
              <a:gdLst/>
              <a:ahLst/>
              <a:cxnLst/>
              <a:rect l="l" t="t" r="r" b="b"/>
              <a:pathLst>
                <a:path w="5573" h="4954" extrusionOk="0">
                  <a:moveTo>
                    <a:pt x="5573" y="0"/>
                  </a:moveTo>
                  <a:lnTo>
                    <a:pt x="5573" y="0"/>
                  </a:lnTo>
                  <a:cubicBezTo>
                    <a:pt x="3810" y="2036"/>
                    <a:pt x="0" y="4953"/>
                    <a:pt x="0" y="4953"/>
                  </a:cubicBezTo>
                  <a:cubicBezTo>
                    <a:pt x="0" y="4953"/>
                    <a:pt x="1929" y="4156"/>
                    <a:pt x="4632" y="1965"/>
                  </a:cubicBezTo>
                  <a:lnTo>
                    <a:pt x="55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4801;p47">
              <a:extLst>
                <a:ext uri="{FF2B5EF4-FFF2-40B4-BE49-F238E27FC236}">
                  <a16:creationId xmlns:a16="http://schemas.microsoft.com/office/drawing/2014/main" id="{E67A35D9-8232-0670-7387-3E452539E79B}"/>
                </a:ext>
              </a:extLst>
            </p:cNvPr>
            <p:cNvSpPr/>
            <p:nvPr/>
          </p:nvSpPr>
          <p:spPr>
            <a:xfrm>
              <a:off x="5321161" y="3044234"/>
              <a:ext cx="264320" cy="290507"/>
            </a:xfrm>
            <a:custGeom>
              <a:avLst/>
              <a:gdLst/>
              <a:ahLst/>
              <a:cxnLst/>
              <a:rect l="l" t="t" r="r" b="b"/>
              <a:pathLst>
                <a:path w="9276" h="10195" extrusionOk="0">
                  <a:moveTo>
                    <a:pt x="4280" y="1"/>
                  </a:moveTo>
                  <a:cubicBezTo>
                    <a:pt x="2874" y="1"/>
                    <a:pt x="2046" y="618"/>
                    <a:pt x="1548" y="1356"/>
                  </a:cubicBezTo>
                  <a:cubicBezTo>
                    <a:pt x="846" y="2404"/>
                    <a:pt x="477" y="3928"/>
                    <a:pt x="405" y="4357"/>
                  </a:cubicBezTo>
                  <a:cubicBezTo>
                    <a:pt x="310" y="4964"/>
                    <a:pt x="262" y="5595"/>
                    <a:pt x="286" y="6226"/>
                  </a:cubicBezTo>
                  <a:cubicBezTo>
                    <a:pt x="346" y="7012"/>
                    <a:pt x="1" y="7166"/>
                    <a:pt x="310" y="7988"/>
                  </a:cubicBezTo>
                  <a:cubicBezTo>
                    <a:pt x="572" y="8631"/>
                    <a:pt x="929" y="9238"/>
                    <a:pt x="1346" y="9786"/>
                  </a:cubicBezTo>
                  <a:cubicBezTo>
                    <a:pt x="1511" y="9995"/>
                    <a:pt x="1962" y="10195"/>
                    <a:pt x="2529" y="10195"/>
                  </a:cubicBezTo>
                  <a:cubicBezTo>
                    <a:pt x="2575" y="10195"/>
                    <a:pt x="2621" y="10193"/>
                    <a:pt x="2668" y="10191"/>
                  </a:cubicBezTo>
                  <a:cubicBezTo>
                    <a:pt x="3287" y="10167"/>
                    <a:pt x="5323" y="9536"/>
                    <a:pt x="6156" y="8095"/>
                  </a:cubicBezTo>
                  <a:cubicBezTo>
                    <a:pt x="6954" y="7881"/>
                    <a:pt x="7823" y="7428"/>
                    <a:pt x="7823" y="6095"/>
                  </a:cubicBezTo>
                  <a:cubicBezTo>
                    <a:pt x="8061" y="5559"/>
                    <a:pt x="9275" y="1297"/>
                    <a:pt x="6466" y="392"/>
                  </a:cubicBezTo>
                  <a:cubicBezTo>
                    <a:pt x="5614" y="117"/>
                    <a:pt x="4892" y="1"/>
                    <a:pt x="42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4802;p47">
              <a:extLst>
                <a:ext uri="{FF2B5EF4-FFF2-40B4-BE49-F238E27FC236}">
                  <a16:creationId xmlns:a16="http://schemas.microsoft.com/office/drawing/2014/main" id="{DA8FF99E-2075-72F5-E612-83A506E9567A}"/>
                </a:ext>
              </a:extLst>
            </p:cNvPr>
            <p:cNvSpPr/>
            <p:nvPr/>
          </p:nvSpPr>
          <p:spPr>
            <a:xfrm>
              <a:off x="5331676" y="3032779"/>
              <a:ext cx="241239" cy="208555"/>
            </a:xfrm>
            <a:custGeom>
              <a:avLst/>
              <a:gdLst/>
              <a:ahLst/>
              <a:cxnLst/>
              <a:rect l="l" t="t" r="r" b="b"/>
              <a:pathLst>
                <a:path w="8466" h="7319" extrusionOk="0">
                  <a:moveTo>
                    <a:pt x="4002" y="0"/>
                  </a:moveTo>
                  <a:cubicBezTo>
                    <a:pt x="2503" y="0"/>
                    <a:pt x="1519" y="686"/>
                    <a:pt x="858" y="1711"/>
                  </a:cubicBezTo>
                  <a:cubicBezTo>
                    <a:pt x="36" y="2985"/>
                    <a:pt x="1" y="4116"/>
                    <a:pt x="60" y="4604"/>
                  </a:cubicBezTo>
                  <a:cubicBezTo>
                    <a:pt x="60" y="4604"/>
                    <a:pt x="977" y="5211"/>
                    <a:pt x="1203" y="5306"/>
                  </a:cubicBezTo>
                  <a:cubicBezTo>
                    <a:pt x="1404" y="5376"/>
                    <a:pt x="3603" y="5404"/>
                    <a:pt x="4429" y="5404"/>
                  </a:cubicBezTo>
                  <a:cubicBezTo>
                    <a:pt x="4585" y="5404"/>
                    <a:pt x="4692" y="5403"/>
                    <a:pt x="4727" y="5401"/>
                  </a:cubicBezTo>
                  <a:cubicBezTo>
                    <a:pt x="5013" y="5413"/>
                    <a:pt x="5239" y="5652"/>
                    <a:pt x="5227" y="5925"/>
                  </a:cubicBezTo>
                  <a:cubicBezTo>
                    <a:pt x="5227" y="6283"/>
                    <a:pt x="5692" y="6330"/>
                    <a:pt x="5692" y="6533"/>
                  </a:cubicBezTo>
                  <a:cubicBezTo>
                    <a:pt x="5656" y="6806"/>
                    <a:pt x="5597" y="7068"/>
                    <a:pt x="5525" y="7318"/>
                  </a:cubicBezTo>
                  <a:cubicBezTo>
                    <a:pt x="5525" y="7318"/>
                    <a:pt x="5930" y="7306"/>
                    <a:pt x="5989" y="7247"/>
                  </a:cubicBezTo>
                  <a:cubicBezTo>
                    <a:pt x="6049" y="7187"/>
                    <a:pt x="6073" y="6747"/>
                    <a:pt x="6525" y="6294"/>
                  </a:cubicBezTo>
                  <a:cubicBezTo>
                    <a:pt x="6667" y="6156"/>
                    <a:pt x="6814" y="6099"/>
                    <a:pt x="6947" y="6099"/>
                  </a:cubicBezTo>
                  <a:cubicBezTo>
                    <a:pt x="7239" y="6099"/>
                    <a:pt x="7467" y="6373"/>
                    <a:pt x="7442" y="6675"/>
                  </a:cubicBezTo>
                  <a:cubicBezTo>
                    <a:pt x="7704" y="6211"/>
                    <a:pt x="8383" y="5128"/>
                    <a:pt x="8430" y="3592"/>
                  </a:cubicBezTo>
                  <a:cubicBezTo>
                    <a:pt x="8466" y="2318"/>
                    <a:pt x="7394" y="579"/>
                    <a:pt x="5192" y="127"/>
                  </a:cubicBezTo>
                  <a:cubicBezTo>
                    <a:pt x="4763" y="41"/>
                    <a:pt x="4367" y="0"/>
                    <a:pt x="4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4803;p47">
              <a:extLst>
                <a:ext uri="{FF2B5EF4-FFF2-40B4-BE49-F238E27FC236}">
                  <a16:creationId xmlns:a16="http://schemas.microsoft.com/office/drawing/2014/main" id="{0098EB25-0714-CD84-A537-7615D73BFB13}"/>
                </a:ext>
              </a:extLst>
            </p:cNvPr>
            <p:cNvSpPr/>
            <p:nvPr/>
          </p:nvSpPr>
          <p:spPr>
            <a:xfrm>
              <a:off x="5557641" y="4071051"/>
              <a:ext cx="254118" cy="443297"/>
            </a:xfrm>
            <a:custGeom>
              <a:avLst/>
              <a:gdLst/>
              <a:ahLst/>
              <a:cxnLst/>
              <a:rect l="l" t="t" r="r" b="b"/>
              <a:pathLst>
                <a:path w="8918" h="15557" extrusionOk="0">
                  <a:moveTo>
                    <a:pt x="4199" y="0"/>
                  </a:moveTo>
                  <a:cubicBezTo>
                    <a:pt x="4178" y="0"/>
                    <a:pt x="4167" y="4"/>
                    <a:pt x="4167" y="4"/>
                  </a:cubicBezTo>
                  <a:cubicBezTo>
                    <a:pt x="4167" y="4"/>
                    <a:pt x="2822" y="1707"/>
                    <a:pt x="0" y="1814"/>
                  </a:cubicBezTo>
                  <a:cubicBezTo>
                    <a:pt x="0" y="1814"/>
                    <a:pt x="36" y="3862"/>
                    <a:pt x="1119" y="5659"/>
                  </a:cubicBezTo>
                  <a:cubicBezTo>
                    <a:pt x="2215" y="7469"/>
                    <a:pt x="5941" y="12934"/>
                    <a:pt x="6180" y="13577"/>
                  </a:cubicBezTo>
                  <a:cubicBezTo>
                    <a:pt x="6406" y="14220"/>
                    <a:pt x="6346" y="15327"/>
                    <a:pt x="6346" y="15327"/>
                  </a:cubicBezTo>
                  <a:cubicBezTo>
                    <a:pt x="6346" y="15327"/>
                    <a:pt x="6499" y="15556"/>
                    <a:pt x="7212" y="15556"/>
                  </a:cubicBezTo>
                  <a:cubicBezTo>
                    <a:pt x="7344" y="15556"/>
                    <a:pt x="7495" y="15548"/>
                    <a:pt x="7668" y="15530"/>
                  </a:cubicBezTo>
                  <a:cubicBezTo>
                    <a:pt x="8763" y="15399"/>
                    <a:pt x="8918" y="14303"/>
                    <a:pt x="8894" y="14041"/>
                  </a:cubicBezTo>
                  <a:cubicBezTo>
                    <a:pt x="8858" y="13780"/>
                    <a:pt x="4632" y="242"/>
                    <a:pt x="4453" y="111"/>
                  </a:cubicBezTo>
                  <a:cubicBezTo>
                    <a:pt x="4326" y="16"/>
                    <a:pt x="4241" y="0"/>
                    <a:pt x="4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4804;p47">
              <a:extLst>
                <a:ext uri="{FF2B5EF4-FFF2-40B4-BE49-F238E27FC236}">
                  <a16:creationId xmlns:a16="http://schemas.microsoft.com/office/drawing/2014/main" id="{160106B5-BFBA-427E-B5B5-56C807EA5B49}"/>
                </a:ext>
              </a:extLst>
            </p:cNvPr>
            <p:cNvSpPr/>
            <p:nvPr/>
          </p:nvSpPr>
          <p:spPr>
            <a:xfrm>
              <a:off x="5734396" y="4466647"/>
              <a:ext cx="203597" cy="137146"/>
            </a:xfrm>
            <a:custGeom>
              <a:avLst/>
              <a:gdLst/>
              <a:ahLst/>
              <a:cxnLst/>
              <a:rect l="l" t="t" r="r" b="b"/>
              <a:pathLst>
                <a:path w="7145" h="4813" extrusionOk="0">
                  <a:moveTo>
                    <a:pt x="2484" y="1"/>
                  </a:moveTo>
                  <a:cubicBezTo>
                    <a:pt x="2349" y="1"/>
                    <a:pt x="2215" y="33"/>
                    <a:pt x="2096" y="99"/>
                  </a:cubicBezTo>
                  <a:cubicBezTo>
                    <a:pt x="1786" y="242"/>
                    <a:pt x="1465" y="1075"/>
                    <a:pt x="1000" y="1170"/>
                  </a:cubicBezTo>
                  <a:cubicBezTo>
                    <a:pt x="907" y="1189"/>
                    <a:pt x="799" y="1193"/>
                    <a:pt x="691" y="1193"/>
                  </a:cubicBezTo>
                  <a:cubicBezTo>
                    <a:pt x="627" y="1193"/>
                    <a:pt x="562" y="1191"/>
                    <a:pt x="500" y="1191"/>
                  </a:cubicBezTo>
                  <a:cubicBezTo>
                    <a:pt x="337" y="1191"/>
                    <a:pt x="197" y="1200"/>
                    <a:pt x="143" y="1266"/>
                  </a:cubicBezTo>
                  <a:cubicBezTo>
                    <a:pt x="36" y="1397"/>
                    <a:pt x="0" y="1861"/>
                    <a:pt x="48" y="2361"/>
                  </a:cubicBezTo>
                  <a:cubicBezTo>
                    <a:pt x="107" y="2861"/>
                    <a:pt x="203" y="3707"/>
                    <a:pt x="405" y="3933"/>
                  </a:cubicBezTo>
                  <a:cubicBezTo>
                    <a:pt x="596" y="4159"/>
                    <a:pt x="905" y="4135"/>
                    <a:pt x="1286" y="4183"/>
                  </a:cubicBezTo>
                  <a:cubicBezTo>
                    <a:pt x="1667" y="4242"/>
                    <a:pt x="1941" y="4171"/>
                    <a:pt x="2370" y="4373"/>
                  </a:cubicBezTo>
                  <a:cubicBezTo>
                    <a:pt x="2798" y="4564"/>
                    <a:pt x="3286" y="4790"/>
                    <a:pt x="3810" y="4802"/>
                  </a:cubicBezTo>
                  <a:cubicBezTo>
                    <a:pt x="3981" y="4810"/>
                    <a:pt x="4281" y="4812"/>
                    <a:pt x="4612" y="4812"/>
                  </a:cubicBezTo>
                  <a:cubicBezTo>
                    <a:pt x="5272" y="4812"/>
                    <a:pt x="6053" y="4802"/>
                    <a:pt x="6156" y="4802"/>
                  </a:cubicBezTo>
                  <a:cubicBezTo>
                    <a:pt x="6311" y="4802"/>
                    <a:pt x="6906" y="4469"/>
                    <a:pt x="7025" y="4147"/>
                  </a:cubicBezTo>
                  <a:cubicBezTo>
                    <a:pt x="7144" y="3861"/>
                    <a:pt x="7049" y="3540"/>
                    <a:pt x="6811" y="3349"/>
                  </a:cubicBezTo>
                  <a:cubicBezTo>
                    <a:pt x="6596" y="3183"/>
                    <a:pt x="5251" y="2373"/>
                    <a:pt x="4691" y="1825"/>
                  </a:cubicBezTo>
                  <a:cubicBezTo>
                    <a:pt x="4132" y="1290"/>
                    <a:pt x="3025" y="206"/>
                    <a:pt x="2882" y="99"/>
                  </a:cubicBezTo>
                  <a:cubicBezTo>
                    <a:pt x="2757" y="33"/>
                    <a:pt x="2620" y="1"/>
                    <a:pt x="24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7" name="Google Shape;3740;p29">
            <a:extLst>
              <a:ext uri="{FF2B5EF4-FFF2-40B4-BE49-F238E27FC236}">
                <a16:creationId xmlns:a16="http://schemas.microsoft.com/office/drawing/2014/main" id="{3C82C39E-B336-2343-2BCB-EFF0C481B91E}"/>
              </a:ext>
            </a:extLst>
          </p:cNvPr>
          <p:cNvSpPr txBox="1">
            <a:spLocks/>
          </p:cNvSpPr>
          <p:nvPr/>
        </p:nvSpPr>
        <p:spPr>
          <a:xfrm>
            <a:off x="8573899" y="4936332"/>
            <a:ext cx="392507" cy="2255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14</a:t>
            </a:r>
            <a:endParaRPr lang="en" sz="1800" b="1" dirty="0">
              <a:solidFill>
                <a:schemeClr val="accent2">
                  <a:lumMod val="75000"/>
                </a:schemeClr>
              </a:solidFill>
              <a:latin typeface="Fjalla One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187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8">
          <a:extLst>
            <a:ext uri="{FF2B5EF4-FFF2-40B4-BE49-F238E27FC236}">
              <a16:creationId xmlns:a16="http://schemas.microsoft.com/office/drawing/2014/main" id="{FCEE0277-BB1D-DF5F-7984-3A138D4E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29">
            <a:extLst>
              <a:ext uri="{FF2B5EF4-FFF2-40B4-BE49-F238E27FC236}">
                <a16:creationId xmlns:a16="http://schemas.microsoft.com/office/drawing/2014/main" id="{EA67D035-2375-69D3-FAD4-EAC1AEE99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6950" y="1526450"/>
            <a:ext cx="3560700" cy="17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lt2"/>
                </a:solidFill>
                <a:highlight>
                  <a:schemeClr val="accent2"/>
                </a:highlight>
              </a:rPr>
              <a:t>INSIGHTS</a:t>
            </a:r>
            <a:endParaRPr u="sng" dirty="0">
              <a:solidFill>
                <a:schemeClr val="accent2"/>
              </a:solidFill>
            </a:endParaRPr>
          </a:p>
        </p:txBody>
      </p:sp>
      <p:sp>
        <p:nvSpPr>
          <p:cNvPr id="3740" name="Google Shape;3740;p29">
            <a:extLst>
              <a:ext uri="{FF2B5EF4-FFF2-40B4-BE49-F238E27FC236}">
                <a16:creationId xmlns:a16="http://schemas.microsoft.com/office/drawing/2014/main" id="{849E9111-B73D-395E-CEF5-FF0635D52A0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13460" y="2444492"/>
            <a:ext cx="1923490" cy="15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741" name="Google Shape;3741;p29">
            <a:extLst>
              <a:ext uri="{FF2B5EF4-FFF2-40B4-BE49-F238E27FC236}">
                <a16:creationId xmlns:a16="http://schemas.microsoft.com/office/drawing/2014/main" id="{94652C63-E4A5-2263-F698-9401B7C42D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7376" y="3285325"/>
            <a:ext cx="2249473" cy="5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s-ES" dirty="0"/>
              <a:t>Visualización y</a:t>
            </a:r>
          </a:p>
          <a:p>
            <a:pPr marL="0" lvl="0" indent="0" algn="ctr"/>
            <a:r>
              <a:rPr lang="es-ES" dirty="0"/>
              <a:t>Minería de Datos.</a:t>
            </a:r>
          </a:p>
        </p:txBody>
      </p:sp>
      <p:grpSp>
        <p:nvGrpSpPr>
          <p:cNvPr id="3742" name="Google Shape;3742;p29">
            <a:extLst>
              <a:ext uri="{FF2B5EF4-FFF2-40B4-BE49-F238E27FC236}">
                <a16:creationId xmlns:a16="http://schemas.microsoft.com/office/drawing/2014/main" id="{93692B38-E5D7-C577-3888-0432E2BD4F2F}"/>
              </a:ext>
            </a:extLst>
          </p:cNvPr>
          <p:cNvGrpSpPr/>
          <p:nvPr/>
        </p:nvGrpSpPr>
        <p:grpSpPr>
          <a:xfrm>
            <a:off x="5916352" y="755408"/>
            <a:ext cx="1162595" cy="1103546"/>
            <a:chOff x="532200" y="1217125"/>
            <a:chExt cx="2441400" cy="2317400"/>
          </a:xfrm>
        </p:grpSpPr>
        <p:sp>
          <p:nvSpPr>
            <p:cNvPr id="3743" name="Google Shape;3743;p29">
              <a:extLst>
                <a:ext uri="{FF2B5EF4-FFF2-40B4-BE49-F238E27FC236}">
                  <a16:creationId xmlns:a16="http://schemas.microsoft.com/office/drawing/2014/main" id="{B0012B8F-742F-5F55-EE99-159FE52BCE06}"/>
                </a:ext>
              </a:extLst>
            </p:cNvPr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9">
              <a:extLst>
                <a:ext uri="{FF2B5EF4-FFF2-40B4-BE49-F238E27FC236}">
                  <a16:creationId xmlns:a16="http://schemas.microsoft.com/office/drawing/2014/main" id="{4F54FA02-13A1-6C4C-F004-D087B765F6EA}"/>
                </a:ext>
              </a:extLst>
            </p:cNvPr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167B57F2-EC3F-F671-8A4C-34D0D36CB635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06929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391C80-23D4-22B1-6FFC-6246D7109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114"/>
            <a:ext cx="9048750" cy="3565272"/>
          </a:xfrm>
          <a:prstGeom prst="rect">
            <a:avLst/>
          </a:prstGeom>
        </p:spPr>
      </p:pic>
      <p:sp>
        <p:nvSpPr>
          <p:cNvPr id="8" name="Google Shape;3740;p29">
            <a:extLst>
              <a:ext uri="{FF2B5EF4-FFF2-40B4-BE49-F238E27FC236}">
                <a16:creationId xmlns:a16="http://schemas.microsoft.com/office/drawing/2014/main" id="{CF60D23D-F086-CA88-2BC7-68263752F48A}"/>
              </a:ext>
            </a:extLst>
          </p:cNvPr>
          <p:cNvSpPr txBox="1">
            <a:spLocks/>
          </p:cNvSpPr>
          <p:nvPr/>
        </p:nvSpPr>
        <p:spPr>
          <a:xfrm>
            <a:off x="8611379" y="44624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4">
          <a:extLst>
            <a:ext uri="{FF2B5EF4-FFF2-40B4-BE49-F238E27FC236}">
              <a16:creationId xmlns:a16="http://schemas.microsoft.com/office/drawing/2014/main" id="{0959207F-C623-BEEC-8C62-F22869DD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7C23DF-E7B6-0158-2FB1-CB85AD0CE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900" y="503364"/>
            <a:ext cx="8998199" cy="4430586"/>
          </a:xfrm>
          <a:prstGeom prst="rect">
            <a:avLst/>
          </a:prstGeom>
        </p:spPr>
      </p:pic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368AE4AF-675C-4255-79E1-C14279033968}"/>
              </a:ext>
            </a:extLst>
          </p:cNvPr>
          <p:cNvSpPr txBox="1">
            <a:spLocks/>
          </p:cNvSpPr>
          <p:nvPr/>
        </p:nvSpPr>
        <p:spPr>
          <a:xfrm>
            <a:off x="8611379" y="44624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39572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4">
          <a:extLst>
            <a:ext uri="{FF2B5EF4-FFF2-40B4-BE49-F238E27FC236}">
              <a16:creationId xmlns:a16="http://schemas.microsoft.com/office/drawing/2014/main" id="{F8C4516F-387F-CA7F-0AD8-63E17475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8164C7-EC54-5B17-17FC-C31F8BFB8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394" y="737457"/>
            <a:ext cx="8687211" cy="3668586"/>
          </a:xfrm>
          <a:prstGeom prst="rect">
            <a:avLst/>
          </a:prstGeom>
        </p:spPr>
      </p:pic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BCFBD0D8-9013-7344-CB8D-1358CA78A68A}"/>
              </a:ext>
            </a:extLst>
          </p:cNvPr>
          <p:cNvSpPr txBox="1">
            <a:spLocks/>
          </p:cNvSpPr>
          <p:nvPr/>
        </p:nvSpPr>
        <p:spPr>
          <a:xfrm>
            <a:off x="8611379" y="44624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36571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4">
          <a:extLst>
            <a:ext uri="{FF2B5EF4-FFF2-40B4-BE49-F238E27FC236}">
              <a16:creationId xmlns:a16="http://schemas.microsoft.com/office/drawing/2014/main" id="{98AF7591-8436-AEF8-94F3-68E39835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1891141-9CBE-C1CF-5E11-614CF64E56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2404" y="143172"/>
            <a:ext cx="8055845" cy="5000328"/>
          </a:xfrm>
          <a:prstGeom prst="rect">
            <a:avLst/>
          </a:prstGeom>
        </p:spPr>
      </p:pic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54FBCB3E-E93D-A729-022B-AFFB8D7EE52A}"/>
              </a:ext>
            </a:extLst>
          </p:cNvPr>
          <p:cNvSpPr txBox="1">
            <a:spLocks/>
          </p:cNvSpPr>
          <p:nvPr/>
        </p:nvSpPr>
        <p:spPr>
          <a:xfrm>
            <a:off x="8611379" y="44624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57914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4">
          <a:extLst>
            <a:ext uri="{FF2B5EF4-FFF2-40B4-BE49-F238E27FC236}">
              <a16:creationId xmlns:a16="http://schemas.microsoft.com/office/drawing/2014/main" id="{920EFA2A-2894-2297-61B8-645F5833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277562-D82F-6C43-7488-BBD581D4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688" y="71437"/>
            <a:ext cx="8956624" cy="5000625"/>
          </a:xfrm>
          <a:prstGeom prst="rect">
            <a:avLst/>
          </a:prstGeom>
        </p:spPr>
      </p:pic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7EC9D0A8-F558-D77F-FA30-45E549ACBB75}"/>
              </a:ext>
            </a:extLst>
          </p:cNvPr>
          <p:cNvSpPr txBox="1">
            <a:spLocks/>
          </p:cNvSpPr>
          <p:nvPr/>
        </p:nvSpPr>
        <p:spPr>
          <a:xfrm>
            <a:off x="8612941" y="46529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68709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8">
          <a:extLst>
            <a:ext uri="{FF2B5EF4-FFF2-40B4-BE49-F238E27FC236}">
              <a16:creationId xmlns:a16="http://schemas.microsoft.com/office/drawing/2014/main" id="{587C6FCB-74FB-C26D-F7BB-D95668C1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29">
            <a:extLst>
              <a:ext uri="{FF2B5EF4-FFF2-40B4-BE49-F238E27FC236}">
                <a16:creationId xmlns:a16="http://schemas.microsoft.com/office/drawing/2014/main" id="{D0D449B0-FFEF-8422-D5ED-3E68B1880C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36950" y="1526450"/>
            <a:ext cx="4135188" cy="17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lt2"/>
                </a:solidFill>
                <a:highlight>
                  <a:schemeClr val="accent2"/>
                </a:highlight>
              </a:rPr>
              <a:t>CONCLUSIONES</a:t>
            </a:r>
            <a:endParaRPr u="sng" dirty="0">
              <a:solidFill>
                <a:schemeClr val="accent2"/>
              </a:solidFill>
            </a:endParaRPr>
          </a:p>
        </p:txBody>
      </p:sp>
      <p:sp>
        <p:nvSpPr>
          <p:cNvPr id="3740" name="Google Shape;3740;p29">
            <a:extLst>
              <a:ext uri="{FF2B5EF4-FFF2-40B4-BE49-F238E27FC236}">
                <a16:creationId xmlns:a16="http://schemas.microsoft.com/office/drawing/2014/main" id="{B4D5EED8-8749-22E5-C99F-542BB28DD85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13460" y="2444492"/>
            <a:ext cx="1923490" cy="155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741" name="Google Shape;3741;p29">
            <a:extLst>
              <a:ext uri="{FF2B5EF4-FFF2-40B4-BE49-F238E27FC236}">
                <a16:creationId xmlns:a16="http://schemas.microsoft.com/office/drawing/2014/main" id="{26D01FEC-30E8-80D5-28B2-9CD4025E62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7376" y="3285325"/>
            <a:ext cx="3539024" cy="52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s-ES" dirty="0"/>
              <a:t>Conclusiones.</a:t>
            </a:r>
          </a:p>
        </p:txBody>
      </p:sp>
      <p:grpSp>
        <p:nvGrpSpPr>
          <p:cNvPr id="3742" name="Google Shape;3742;p29">
            <a:extLst>
              <a:ext uri="{FF2B5EF4-FFF2-40B4-BE49-F238E27FC236}">
                <a16:creationId xmlns:a16="http://schemas.microsoft.com/office/drawing/2014/main" id="{EE607FC1-86AE-4830-4962-1566CD78E033}"/>
              </a:ext>
            </a:extLst>
          </p:cNvPr>
          <p:cNvGrpSpPr/>
          <p:nvPr/>
        </p:nvGrpSpPr>
        <p:grpSpPr>
          <a:xfrm>
            <a:off x="5916352" y="755408"/>
            <a:ext cx="1162595" cy="1103546"/>
            <a:chOff x="532200" y="1217125"/>
            <a:chExt cx="2441400" cy="2317400"/>
          </a:xfrm>
        </p:grpSpPr>
        <p:sp>
          <p:nvSpPr>
            <p:cNvPr id="3743" name="Google Shape;3743;p29">
              <a:extLst>
                <a:ext uri="{FF2B5EF4-FFF2-40B4-BE49-F238E27FC236}">
                  <a16:creationId xmlns:a16="http://schemas.microsoft.com/office/drawing/2014/main" id="{B3DBAE10-123A-C4F0-560F-9B81170ECE00}"/>
                </a:ext>
              </a:extLst>
            </p:cNvPr>
            <p:cNvSpPr/>
            <p:nvPr/>
          </p:nvSpPr>
          <p:spPr>
            <a:xfrm>
              <a:off x="669125" y="1230650"/>
              <a:ext cx="2290175" cy="2290475"/>
            </a:xfrm>
            <a:custGeom>
              <a:avLst/>
              <a:gdLst/>
              <a:ahLst/>
              <a:cxnLst/>
              <a:rect l="l" t="t" r="r" b="b"/>
              <a:pathLst>
                <a:path w="91607" h="91619" extrusionOk="0">
                  <a:moveTo>
                    <a:pt x="45804" y="0"/>
                  </a:moveTo>
                  <a:cubicBezTo>
                    <a:pt x="20503" y="0"/>
                    <a:pt x="0" y="20514"/>
                    <a:pt x="0" y="45815"/>
                  </a:cubicBezTo>
                  <a:cubicBezTo>
                    <a:pt x="0" y="71116"/>
                    <a:pt x="20503" y="91618"/>
                    <a:pt x="45804" y="91618"/>
                  </a:cubicBezTo>
                  <a:cubicBezTo>
                    <a:pt x="71104" y="91618"/>
                    <a:pt x="91607" y="71116"/>
                    <a:pt x="91607" y="45815"/>
                  </a:cubicBezTo>
                  <a:cubicBezTo>
                    <a:pt x="91607" y="20514"/>
                    <a:pt x="71104" y="0"/>
                    <a:pt x="45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9">
              <a:extLst>
                <a:ext uri="{FF2B5EF4-FFF2-40B4-BE49-F238E27FC236}">
                  <a16:creationId xmlns:a16="http://schemas.microsoft.com/office/drawing/2014/main" id="{E388CE63-083C-C7DD-9F8A-777D5BF14970}"/>
                </a:ext>
              </a:extLst>
            </p:cNvPr>
            <p:cNvSpPr/>
            <p:nvPr/>
          </p:nvSpPr>
          <p:spPr>
            <a:xfrm>
              <a:off x="532200" y="1217125"/>
              <a:ext cx="2441400" cy="2317400"/>
            </a:xfrm>
            <a:custGeom>
              <a:avLst/>
              <a:gdLst/>
              <a:ahLst/>
              <a:cxnLst/>
              <a:rect l="l" t="t" r="r" b="b"/>
              <a:pathLst>
                <a:path w="97656" h="92696" extrusionOk="0">
                  <a:moveTo>
                    <a:pt x="44756" y="1541"/>
                  </a:moveTo>
                  <a:lnTo>
                    <a:pt x="31290" y="6316"/>
                  </a:lnTo>
                  <a:lnTo>
                    <a:pt x="30099" y="6316"/>
                  </a:lnTo>
                  <a:cubicBezTo>
                    <a:pt x="34671" y="3887"/>
                    <a:pt x="39636" y="2279"/>
                    <a:pt x="44756" y="1541"/>
                  </a:cubicBezTo>
                  <a:close/>
                  <a:moveTo>
                    <a:pt x="51293" y="1077"/>
                  </a:moveTo>
                  <a:cubicBezTo>
                    <a:pt x="51971" y="1077"/>
                    <a:pt x="52662" y="1101"/>
                    <a:pt x="53340" y="1124"/>
                  </a:cubicBezTo>
                  <a:lnTo>
                    <a:pt x="65425" y="6220"/>
                  </a:lnTo>
                  <a:lnTo>
                    <a:pt x="63544" y="16900"/>
                  </a:lnTo>
                  <a:lnTo>
                    <a:pt x="45292" y="22663"/>
                  </a:lnTo>
                  <a:lnTo>
                    <a:pt x="29171" y="16984"/>
                  </a:lnTo>
                  <a:lnTo>
                    <a:pt x="32612" y="6970"/>
                  </a:lnTo>
                  <a:lnTo>
                    <a:pt x="48387" y="1172"/>
                  </a:lnTo>
                  <a:cubicBezTo>
                    <a:pt x="49352" y="1113"/>
                    <a:pt x="50316" y="1077"/>
                    <a:pt x="51293" y="1077"/>
                  </a:cubicBezTo>
                  <a:close/>
                  <a:moveTo>
                    <a:pt x="66485" y="6566"/>
                  </a:moveTo>
                  <a:lnTo>
                    <a:pt x="76855" y="8994"/>
                  </a:lnTo>
                  <a:cubicBezTo>
                    <a:pt x="83166" y="13340"/>
                    <a:pt x="88285" y="19186"/>
                    <a:pt x="91738" y="26020"/>
                  </a:cubicBezTo>
                  <a:lnTo>
                    <a:pt x="91750" y="26008"/>
                  </a:lnTo>
                  <a:lnTo>
                    <a:pt x="90500" y="36153"/>
                  </a:lnTo>
                  <a:lnTo>
                    <a:pt x="76724" y="32354"/>
                  </a:lnTo>
                  <a:lnTo>
                    <a:pt x="64556" y="17245"/>
                  </a:lnTo>
                  <a:lnTo>
                    <a:pt x="66485" y="6566"/>
                  </a:lnTo>
                  <a:close/>
                  <a:moveTo>
                    <a:pt x="28575" y="17876"/>
                  </a:moveTo>
                  <a:lnTo>
                    <a:pt x="44506" y="23520"/>
                  </a:lnTo>
                  <a:lnTo>
                    <a:pt x="45351" y="43403"/>
                  </a:lnTo>
                  <a:lnTo>
                    <a:pt x="30361" y="55953"/>
                  </a:lnTo>
                  <a:lnTo>
                    <a:pt x="16121" y="49464"/>
                  </a:lnTo>
                  <a:lnTo>
                    <a:pt x="15514" y="29997"/>
                  </a:lnTo>
                  <a:lnTo>
                    <a:pt x="28575" y="17876"/>
                  </a:lnTo>
                  <a:close/>
                  <a:moveTo>
                    <a:pt x="10585" y="26473"/>
                  </a:moveTo>
                  <a:lnTo>
                    <a:pt x="14466" y="29997"/>
                  </a:lnTo>
                  <a:lnTo>
                    <a:pt x="15145" y="50726"/>
                  </a:lnTo>
                  <a:lnTo>
                    <a:pt x="11371" y="63073"/>
                  </a:lnTo>
                  <a:lnTo>
                    <a:pt x="9013" y="62644"/>
                  </a:lnTo>
                  <a:cubicBezTo>
                    <a:pt x="4525" y="50881"/>
                    <a:pt x="5084" y="37796"/>
                    <a:pt x="10585" y="26473"/>
                  </a:cubicBezTo>
                  <a:close/>
                  <a:moveTo>
                    <a:pt x="76962" y="33533"/>
                  </a:moveTo>
                  <a:lnTo>
                    <a:pt x="90571" y="37272"/>
                  </a:lnTo>
                  <a:lnTo>
                    <a:pt x="94357" y="54524"/>
                  </a:lnTo>
                  <a:lnTo>
                    <a:pt x="84213" y="70728"/>
                  </a:lnTo>
                  <a:lnTo>
                    <a:pt x="70628" y="68228"/>
                  </a:lnTo>
                  <a:lnTo>
                    <a:pt x="66318" y="49857"/>
                  </a:lnTo>
                  <a:lnTo>
                    <a:pt x="76962" y="33533"/>
                  </a:lnTo>
                  <a:close/>
                  <a:moveTo>
                    <a:pt x="46018" y="44273"/>
                  </a:moveTo>
                  <a:lnTo>
                    <a:pt x="65306" y="50226"/>
                  </a:lnTo>
                  <a:lnTo>
                    <a:pt x="69581" y="68490"/>
                  </a:lnTo>
                  <a:lnTo>
                    <a:pt x="54912" y="81027"/>
                  </a:lnTo>
                  <a:lnTo>
                    <a:pt x="35862" y="74907"/>
                  </a:lnTo>
                  <a:lnTo>
                    <a:pt x="31230" y="56560"/>
                  </a:lnTo>
                  <a:lnTo>
                    <a:pt x="46018" y="44273"/>
                  </a:lnTo>
                  <a:close/>
                  <a:moveTo>
                    <a:pt x="95858" y="54321"/>
                  </a:moveTo>
                  <a:lnTo>
                    <a:pt x="95858" y="54321"/>
                  </a:lnTo>
                  <a:cubicBezTo>
                    <a:pt x="94238" y="63430"/>
                    <a:pt x="89857" y="71836"/>
                    <a:pt x="83285" y="78360"/>
                  </a:cubicBezTo>
                  <a:cubicBezTo>
                    <a:pt x="82177" y="79467"/>
                    <a:pt x="81011" y="80527"/>
                    <a:pt x="79784" y="81515"/>
                  </a:cubicBezTo>
                  <a:lnTo>
                    <a:pt x="84523" y="71514"/>
                  </a:lnTo>
                  <a:lnTo>
                    <a:pt x="84713" y="71621"/>
                  </a:lnTo>
                  <a:lnTo>
                    <a:pt x="95512" y="54560"/>
                  </a:lnTo>
                  <a:lnTo>
                    <a:pt x="95858" y="54321"/>
                  </a:lnTo>
                  <a:close/>
                  <a:moveTo>
                    <a:pt x="9454" y="63727"/>
                  </a:moveTo>
                  <a:lnTo>
                    <a:pt x="11728" y="64216"/>
                  </a:lnTo>
                  <a:lnTo>
                    <a:pt x="22813" y="77860"/>
                  </a:lnTo>
                  <a:lnTo>
                    <a:pt x="24051" y="82515"/>
                  </a:lnTo>
                  <a:cubicBezTo>
                    <a:pt x="22360" y="81241"/>
                    <a:pt x="20765" y="79848"/>
                    <a:pt x="19265" y="78348"/>
                  </a:cubicBezTo>
                  <a:cubicBezTo>
                    <a:pt x="15074" y="74169"/>
                    <a:pt x="11740" y="69192"/>
                    <a:pt x="9454" y="63727"/>
                  </a:cubicBezTo>
                  <a:close/>
                  <a:moveTo>
                    <a:pt x="35148" y="75753"/>
                  </a:moveTo>
                  <a:lnTo>
                    <a:pt x="54888" y="82075"/>
                  </a:lnTo>
                  <a:lnTo>
                    <a:pt x="60567" y="90671"/>
                  </a:lnTo>
                  <a:cubicBezTo>
                    <a:pt x="57508" y="91302"/>
                    <a:pt x="54400" y="91624"/>
                    <a:pt x="51281" y="91624"/>
                  </a:cubicBezTo>
                  <a:cubicBezTo>
                    <a:pt x="51242" y="91624"/>
                    <a:pt x="51204" y="91624"/>
                    <a:pt x="51165" y="91624"/>
                  </a:cubicBezTo>
                  <a:cubicBezTo>
                    <a:pt x="41907" y="91624"/>
                    <a:pt x="32878" y="88768"/>
                    <a:pt x="25301" y="83432"/>
                  </a:cubicBezTo>
                  <a:lnTo>
                    <a:pt x="24111" y="78717"/>
                  </a:lnTo>
                  <a:lnTo>
                    <a:pt x="35148" y="75753"/>
                  </a:lnTo>
                  <a:close/>
                  <a:moveTo>
                    <a:pt x="51251" y="1"/>
                  </a:moveTo>
                  <a:cubicBezTo>
                    <a:pt x="42338" y="1"/>
                    <a:pt x="33375" y="2563"/>
                    <a:pt x="25527" y="7804"/>
                  </a:cubicBezTo>
                  <a:cubicBezTo>
                    <a:pt x="7144" y="20091"/>
                    <a:pt x="0" y="43653"/>
                    <a:pt x="8466" y="64073"/>
                  </a:cubicBezTo>
                  <a:cubicBezTo>
                    <a:pt x="15748" y="81649"/>
                    <a:pt x="32829" y="92696"/>
                    <a:pt x="51264" y="92696"/>
                  </a:cubicBezTo>
                  <a:cubicBezTo>
                    <a:pt x="54258" y="92696"/>
                    <a:pt x="57288" y="92404"/>
                    <a:pt x="60317" y="91802"/>
                  </a:cubicBezTo>
                  <a:cubicBezTo>
                    <a:pt x="81999" y="87492"/>
                    <a:pt x="97620" y="68466"/>
                    <a:pt x="97632" y="46356"/>
                  </a:cubicBezTo>
                  <a:cubicBezTo>
                    <a:pt x="97655" y="34057"/>
                    <a:pt x="92774" y="22246"/>
                    <a:pt x="84047" y="13578"/>
                  </a:cubicBezTo>
                  <a:cubicBezTo>
                    <a:pt x="75087" y="4619"/>
                    <a:pt x="63215" y="1"/>
                    <a:pt x="51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9D4EF1A5-60B1-6CF8-8931-35422ECF33B6}"/>
              </a:ext>
            </a:extLst>
          </p:cNvPr>
          <p:cNvSpPr txBox="1">
            <a:spLocks/>
          </p:cNvSpPr>
          <p:nvPr/>
        </p:nvSpPr>
        <p:spPr>
          <a:xfrm>
            <a:off x="8544704" y="4652908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rgbClr val="35711C"/>
                </a:solidFill>
                <a:latin typeface="Fjalla One" panose="02000506040000020004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78203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8">
          <a:extLst>
            <a:ext uri="{FF2B5EF4-FFF2-40B4-BE49-F238E27FC236}">
              <a16:creationId xmlns:a16="http://schemas.microsoft.com/office/drawing/2014/main" id="{8840BFC8-5F1F-FFA5-726F-ED1FD29E8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60F1593-C37D-A4C8-8B4F-A7FB3BC1E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74" y="518956"/>
            <a:ext cx="2143466" cy="214346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BCA6236-FC80-1E21-1E1B-C8482CD86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51" y="751270"/>
            <a:ext cx="1743075" cy="1743075"/>
          </a:xfrm>
          <a:prstGeom prst="rect">
            <a:avLst/>
          </a:prstGeom>
        </p:spPr>
      </p:pic>
      <p:sp>
        <p:nvSpPr>
          <p:cNvPr id="2" name="Google Shape;3740;p29">
            <a:extLst>
              <a:ext uri="{FF2B5EF4-FFF2-40B4-BE49-F238E27FC236}">
                <a16:creationId xmlns:a16="http://schemas.microsoft.com/office/drawing/2014/main" id="{1D045C2B-F508-375E-C748-96203DBD5336}"/>
              </a:ext>
            </a:extLst>
          </p:cNvPr>
          <p:cNvSpPr txBox="1">
            <a:spLocks/>
          </p:cNvSpPr>
          <p:nvPr/>
        </p:nvSpPr>
        <p:spPr>
          <a:xfrm>
            <a:off x="8548229" y="4615200"/>
            <a:ext cx="437371" cy="681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800" b="1" dirty="0">
                <a:solidFill>
                  <a:schemeClr val="accent2">
                    <a:lumMod val="75000"/>
                  </a:schemeClr>
                </a:solidFill>
                <a:latin typeface="Fjalla One" panose="02000506040000020004" pitchFamily="2" charset="0"/>
              </a:rPr>
              <a:t>22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806B27-B95B-E493-7E01-64E7B3161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359" y="2894734"/>
            <a:ext cx="1497496" cy="14974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039F26F-EE57-6490-8B09-2421EF6CE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442" y="2894735"/>
            <a:ext cx="1497495" cy="149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4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8" name="Google Shape;4358;p44"/>
          <p:cNvGrpSpPr/>
          <p:nvPr/>
        </p:nvGrpSpPr>
        <p:grpSpPr>
          <a:xfrm>
            <a:off x="2006197" y="1074288"/>
            <a:ext cx="1789951" cy="3301852"/>
            <a:chOff x="2637225" y="710650"/>
            <a:chExt cx="2322500" cy="4284225"/>
          </a:xfrm>
        </p:grpSpPr>
        <p:sp>
          <p:nvSpPr>
            <p:cNvPr id="4359" name="Google Shape;4359;p44"/>
            <p:cNvSpPr/>
            <p:nvPr/>
          </p:nvSpPr>
          <p:spPr>
            <a:xfrm>
              <a:off x="2871850" y="710650"/>
              <a:ext cx="1769850" cy="857125"/>
            </a:xfrm>
            <a:custGeom>
              <a:avLst/>
              <a:gdLst/>
              <a:ahLst/>
              <a:cxnLst/>
              <a:rect l="l" t="t" r="r" b="b"/>
              <a:pathLst>
                <a:path w="70794" h="34285" extrusionOk="0">
                  <a:moveTo>
                    <a:pt x="36292" y="0"/>
                  </a:moveTo>
                  <a:cubicBezTo>
                    <a:pt x="18743" y="0"/>
                    <a:pt x="10850" y="2360"/>
                    <a:pt x="9656" y="4123"/>
                  </a:cubicBezTo>
                  <a:cubicBezTo>
                    <a:pt x="8463" y="5886"/>
                    <a:pt x="6781" y="22025"/>
                    <a:pt x="6537" y="25713"/>
                  </a:cubicBezTo>
                  <a:cubicBezTo>
                    <a:pt x="6293" y="29402"/>
                    <a:pt x="0" y="34285"/>
                    <a:pt x="0" y="34285"/>
                  </a:cubicBezTo>
                  <a:lnTo>
                    <a:pt x="70793" y="34285"/>
                  </a:lnTo>
                  <a:cubicBezTo>
                    <a:pt x="70793" y="34285"/>
                    <a:pt x="66318" y="31518"/>
                    <a:pt x="64718" y="27232"/>
                  </a:cubicBezTo>
                  <a:cubicBezTo>
                    <a:pt x="63036" y="22703"/>
                    <a:pt x="62792" y="6564"/>
                    <a:pt x="60920" y="4123"/>
                  </a:cubicBezTo>
                  <a:cubicBezTo>
                    <a:pt x="59754" y="2577"/>
                    <a:pt x="53868" y="0"/>
                    <a:pt x="362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4"/>
            <p:cNvSpPr/>
            <p:nvPr/>
          </p:nvSpPr>
          <p:spPr>
            <a:xfrm>
              <a:off x="2871850" y="4137725"/>
              <a:ext cx="1769850" cy="857150"/>
            </a:xfrm>
            <a:custGeom>
              <a:avLst/>
              <a:gdLst/>
              <a:ahLst/>
              <a:cxnLst/>
              <a:rect l="l" t="t" r="r" b="b"/>
              <a:pathLst>
                <a:path w="70794" h="34286" extrusionOk="0">
                  <a:moveTo>
                    <a:pt x="0" y="1"/>
                  </a:moveTo>
                  <a:cubicBezTo>
                    <a:pt x="0" y="1"/>
                    <a:pt x="6293" y="4883"/>
                    <a:pt x="6537" y="8572"/>
                  </a:cubicBezTo>
                  <a:cubicBezTo>
                    <a:pt x="6781" y="12288"/>
                    <a:pt x="8463" y="28426"/>
                    <a:pt x="9656" y="30190"/>
                  </a:cubicBezTo>
                  <a:cubicBezTo>
                    <a:pt x="10850" y="31953"/>
                    <a:pt x="18743" y="34285"/>
                    <a:pt x="36292" y="34285"/>
                  </a:cubicBezTo>
                  <a:cubicBezTo>
                    <a:pt x="53868" y="34285"/>
                    <a:pt x="59754" y="31708"/>
                    <a:pt x="60920" y="30190"/>
                  </a:cubicBezTo>
                  <a:cubicBezTo>
                    <a:pt x="62792" y="27748"/>
                    <a:pt x="63036" y="11610"/>
                    <a:pt x="64718" y="7053"/>
                  </a:cubicBezTo>
                  <a:cubicBezTo>
                    <a:pt x="66318" y="2794"/>
                    <a:pt x="70793" y="1"/>
                    <a:pt x="707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4"/>
            <p:cNvSpPr/>
            <p:nvPr/>
          </p:nvSpPr>
          <p:spPr>
            <a:xfrm>
              <a:off x="2637225" y="1529775"/>
              <a:ext cx="2322500" cy="2645950"/>
            </a:xfrm>
            <a:custGeom>
              <a:avLst/>
              <a:gdLst/>
              <a:ahLst/>
              <a:cxnLst/>
              <a:rect l="l" t="t" r="r" b="b"/>
              <a:pathLst>
                <a:path w="92900" h="105838" extrusionOk="0">
                  <a:moveTo>
                    <a:pt x="73099" y="4340"/>
                  </a:moveTo>
                  <a:cubicBezTo>
                    <a:pt x="80043" y="4340"/>
                    <a:pt x="85712" y="9982"/>
                    <a:pt x="85712" y="16953"/>
                  </a:cubicBezTo>
                  <a:lnTo>
                    <a:pt x="85712" y="88885"/>
                  </a:lnTo>
                  <a:lnTo>
                    <a:pt x="85685" y="88885"/>
                  </a:lnTo>
                  <a:cubicBezTo>
                    <a:pt x="85685" y="95856"/>
                    <a:pt x="80043" y="101498"/>
                    <a:pt x="73099" y="101498"/>
                  </a:cubicBezTo>
                  <a:lnTo>
                    <a:pt x="16437" y="101498"/>
                  </a:lnTo>
                  <a:cubicBezTo>
                    <a:pt x="9494" y="101498"/>
                    <a:pt x="3825" y="95883"/>
                    <a:pt x="3825" y="88885"/>
                  </a:cubicBezTo>
                  <a:lnTo>
                    <a:pt x="3825" y="16953"/>
                  </a:lnTo>
                  <a:cubicBezTo>
                    <a:pt x="3825" y="10009"/>
                    <a:pt x="9439" y="4340"/>
                    <a:pt x="16437" y="4340"/>
                  </a:cubicBezTo>
                  <a:close/>
                  <a:moveTo>
                    <a:pt x="16709" y="1"/>
                  </a:moveTo>
                  <a:cubicBezTo>
                    <a:pt x="7486" y="1"/>
                    <a:pt x="0" y="7487"/>
                    <a:pt x="0" y="16709"/>
                  </a:cubicBezTo>
                  <a:lnTo>
                    <a:pt x="0" y="89129"/>
                  </a:lnTo>
                  <a:cubicBezTo>
                    <a:pt x="0" y="98351"/>
                    <a:pt x="7486" y="105838"/>
                    <a:pt x="16709" y="105838"/>
                  </a:cubicBezTo>
                  <a:lnTo>
                    <a:pt x="72828" y="105838"/>
                  </a:lnTo>
                  <a:cubicBezTo>
                    <a:pt x="82050" y="105838"/>
                    <a:pt x="89536" y="98351"/>
                    <a:pt x="89536" y="89129"/>
                  </a:cubicBezTo>
                  <a:lnTo>
                    <a:pt x="89536" y="83406"/>
                  </a:lnTo>
                  <a:cubicBezTo>
                    <a:pt x="90648" y="83298"/>
                    <a:pt x="91489" y="82348"/>
                    <a:pt x="91489" y="81236"/>
                  </a:cubicBezTo>
                  <a:lnTo>
                    <a:pt x="91489" y="57666"/>
                  </a:lnTo>
                  <a:cubicBezTo>
                    <a:pt x="91489" y="56554"/>
                    <a:pt x="90621" y="55604"/>
                    <a:pt x="89536" y="55496"/>
                  </a:cubicBezTo>
                  <a:lnTo>
                    <a:pt x="89536" y="42965"/>
                  </a:lnTo>
                  <a:cubicBezTo>
                    <a:pt x="91462" y="42558"/>
                    <a:pt x="92900" y="40849"/>
                    <a:pt x="92900" y="38788"/>
                  </a:cubicBezTo>
                  <a:lnTo>
                    <a:pt x="92900" y="28752"/>
                  </a:lnTo>
                  <a:cubicBezTo>
                    <a:pt x="92900" y="26745"/>
                    <a:pt x="91435" y="25063"/>
                    <a:pt x="89536" y="24656"/>
                  </a:cubicBezTo>
                  <a:lnTo>
                    <a:pt x="89536" y="16709"/>
                  </a:lnTo>
                  <a:cubicBezTo>
                    <a:pt x="89536" y="7487"/>
                    <a:pt x="82050" y="1"/>
                    <a:pt x="728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64" name="Google Shape;4364;p44"/>
          <p:cNvPicPr preferRelativeResize="0"/>
          <p:nvPr/>
        </p:nvPicPr>
        <p:blipFill rotWithShape="1">
          <a:blip r:embed="rId3">
            <a:alphaModFix/>
          </a:blip>
          <a:srcRect t="855" b="845"/>
          <a:stretch/>
        </p:blipFill>
        <p:spPr>
          <a:xfrm>
            <a:off x="2114422" y="1779324"/>
            <a:ext cx="1573500" cy="1866900"/>
          </a:xfrm>
          <a:prstGeom prst="roundRect">
            <a:avLst>
              <a:gd name="adj" fmla="val 1544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E401C5B-DD29-713D-FB8B-956EFF1767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23" t="5614" r="10614" b="15753"/>
          <a:stretch>
            <a:fillRect/>
          </a:stretch>
        </p:blipFill>
        <p:spPr>
          <a:xfrm>
            <a:off x="4902200" y="1429099"/>
            <a:ext cx="3556000" cy="24652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ccer Ball Background Pattern Minitheme by Slidesgo">
  <a:themeElements>
    <a:clrScheme name="Simple Light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131313"/>
      </a:accent1>
      <a:accent2>
        <a:srgbClr val="479625"/>
      </a:accent2>
      <a:accent3>
        <a:srgbClr val="B7B7B7"/>
      </a:accent3>
      <a:accent4>
        <a:srgbClr val="EFEFEF"/>
      </a:accent4>
      <a:accent5>
        <a:srgbClr val="FFFFFF"/>
      </a:accent5>
      <a:accent6>
        <a:srgbClr val="FFFFFF"/>
      </a:accent6>
      <a:hlink>
        <a:srgbClr val="13131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355</Words>
  <Application>Microsoft Office PowerPoint</Application>
  <PresentationFormat>Presentación en pantalla (16:9)</PresentationFormat>
  <Paragraphs>98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Calibri Light</vt:lpstr>
      <vt:lpstr>Arial</vt:lpstr>
      <vt:lpstr>Times New Roman</vt:lpstr>
      <vt:lpstr>Fjalla One</vt:lpstr>
      <vt:lpstr>Nunito</vt:lpstr>
      <vt:lpstr>Calibri</vt:lpstr>
      <vt:lpstr>Lexend Deca</vt:lpstr>
      <vt:lpstr>Soccer Ball Background Pattern Minitheme by Slidesgo</vt:lpstr>
      <vt:lpstr>Office 2013 - Tema de 2022</vt:lpstr>
      <vt:lpstr>Data Warehouse  Transfermarkt</vt:lpstr>
      <vt:lpstr>ÍNDICE</vt:lpstr>
      <vt:lpstr>RESUMEN PROPUESTA</vt:lpstr>
      <vt:lpstr>INTRODUCCIÓN OBJETIVOS GENERALES</vt:lpstr>
      <vt:lpstr>¿  POR QUÉ ESTE DATASET ?</vt:lpstr>
      <vt:lpstr>DESARROLLO</vt:lpstr>
      <vt:lpstr>DISEÑO DW (MODELADO)</vt:lpstr>
      <vt:lpstr>Presentación de PowerPoint</vt:lpstr>
      <vt:lpstr>PROCESAMIENTO DE DATOS</vt:lpstr>
      <vt:lpstr>ARQUITECTURA MODULAR DEL SISTEMA ETL</vt:lpstr>
      <vt:lpstr>ESTRTAEGIA DE TRATAMIENTO DE NULLS</vt:lpstr>
      <vt:lpstr>PROCESO DE CARGA Y RESULTADOS CUANTITATIVOS</vt:lpstr>
      <vt:lpstr>RESULTADOS</vt:lpstr>
      <vt:lpstr>Presentación de PowerPoint</vt:lpstr>
      <vt:lpstr>INSIGHTS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Lillo García</cp:lastModifiedBy>
  <cp:revision>1</cp:revision>
  <dcterms:modified xsi:type="dcterms:W3CDTF">2026-03-03T00:26:20Z</dcterms:modified>
</cp:coreProperties>
</file>